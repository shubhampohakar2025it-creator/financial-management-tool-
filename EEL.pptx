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60" r:id="rId1"/>
  </p:sldMasterIdLst>
  <p:notesMasterIdLst>
    <p:notesMasterId r:id="rId2"/>
  </p:notesMasterIdLst>
  <p:sldIdLst>
    <p:sldId id="274" r:id="rId3"/>
    <p:sldId id="275" r:id="rId4"/>
    <p:sldId id="27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Lst>
  <p:sldSz cy="9144000" cx="16256000"/>
  <p:notesSz cx="16256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p:cViewPr varScale="1">
        <p:scale>
          <a:sx n="63" d="100"/>
          <a:sy n="63" d="100"/>
        </p:scale>
        <p:origin x="62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tableStyles" Target="tableStyle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6" name=""/>
        <p:cNvGrpSpPr/>
        <p:nvPr/>
      </p:nvGrpSpPr>
      <p:grpSpPr>
        <a:xfrm>
          <a:off x="0" y="0"/>
          <a:ext cx="0" cy="0"/>
          <a:chOff x="0" y="0"/>
          <a:chExt cx="0" cy="0"/>
        </a:xfrm>
      </p:grpSpPr>
      <p:sp>
        <p:nvSpPr>
          <p:cNvPr id="1048677" name="Header Placeholder 1"/>
          <p:cNvSpPr>
            <a:spLocks noGrp="1"/>
          </p:cNvSpPr>
          <p:nvPr>
            <p:ph type="hdr" sz="quarter"/>
          </p:nvPr>
        </p:nvSpPr>
        <p:spPr>
          <a:xfrm>
            <a:off x="0" y="0"/>
            <a:ext cx="7043738" cy="458788"/>
          </a:xfrm>
          <a:prstGeom prst="rect"/>
        </p:spPr>
        <p:txBody>
          <a:bodyPr bIns="45720" lIns="91440" rIns="91440" rtlCol="0" tIns="45720" vert="horz"/>
          <a:lstStyle>
            <a:lvl1pPr algn="l">
              <a:defRPr sz="1200"/>
            </a:lvl1pPr>
          </a:lstStyle>
          <a:p>
            <a:endParaRPr lang="en-IN"/>
          </a:p>
        </p:txBody>
      </p:sp>
      <p:sp>
        <p:nvSpPr>
          <p:cNvPr id="1048678" name="Date Placeholder 2"/>
          <p:cNvSpPr>
            <a:spLocks noGrp="1"/>
          </p:cNvSpPr>
          <p:nvPr>
            <p:ph type="dt" idx="1"/>
          </p:nvPr>
        </p:nvSpPr>
        <p:spPr>
          <a:xfrm>
            <a:off x="9207500" y="0"/>
            <a:ext cx="7045325" cy="458788"/>
          </a:xfrm>
          <a:prstGeom prst="rect"/>
        </p:spPr>
        <p:txBody>
          <a:bodyPr bIns="45720" lIns="91440" rIns="91440" rtlCol="0" tIns="45720" vert="horz"/>
          <a:lstStyle>
            <a:lvl1pPr algn="r">
              <a:defRPr sz="1200"/>
            </a:lvl1pPr>
          </a:lstStyle>
          <a:p>
            <a:fld id="{F4A78ABF-211C-43F0-8317-5FB64D1C25F3}" type="datetimeFigureOut">
              <a:rPr lang="en-IN" smtClean="0"/>
              <a:t>03-11-2025</a:t>
            </a:fld>
            <a:endParaRPr lang="en-IN"/>
          </a:p>
        </p:txBody>
      </p:sp>
      <p:sp>
        <p:nvSpPr>
          <p:cNvPr id="1048679" name="Slide Image Placeholder 3"/>
          <p:cNvSpPr>
            <a:spLocks noChangeAspect="1" noRot="1" noGrp="1"/>
          </p:cNvSpPr>
          <p:nvPr>
            <p:ph type="sldImg" idx="2"/>
          </p:nvPr>
        </p:nvSpPr>
        <p:spPr>
          <a:xfrm>
            <a:off x="5384800" y="1143000"/>
            <a:ext cx="5486400" cy="3086100"/>
          </a:xfrm>
          <a:prstGeom prst="rect"/>
          <a:noFill/>
          <a:ln w="12700">
            <a:solidFill>
              <a:prstClr val="black"/>
            </a:solidFill>
          </a:ln>
        </p:spPr>
        <p:txBody>
          <a:bodyPr anchor="ctr" bIns="45720" lIns="91440" rIns="91440" rtlCol="0" tIns="45720" vert="horz"/>
          <a:p>
            <a:endParaRPr lang="en-IN"/>
          </a:p>
        </p:txBody>
      </p:sp>
      <p:sp>
        <p:nvSpPr>
          <p:cNvPr id="1048680" name="Notes Placeholder 4"/>
          <p:cNvSpPr>
            <a:spLocks noGrp="1"/>
          </p:cNvSpPr>
          <p:nvPr>
            <p:ph type="body" sz="quarter" idx="3"/>
          </p:nvPr>
        </p:nvSpPr>
        <p:spPr>
          <a:xfrm>
            <a:off x="1625600" y="4400550"/>
            <a:ext cx="130048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1" name="Footer Placeholder 5"/>
          <p:cNvSpPr>
            <a:spLocks noGrp="1"/>
          </p:cNvSpPr>
          <p:nvPr>
            <p:ph type="ftr" sz="quarter" idx="4"/>
          </p:nvPr>
        </p:nvSpPr>
        <p:spPr>
          <a:xfrm>
            <a:off x="0" y="8685213"/>
            <a:ext cx="7043738" cy="458787"/>
          </a:xfrm>
          <a:prstGeom prst="rect"/>
        </p:spPr>
        <p:txBody>
          <a:bodyPr anchor="b" bIns="45720" lIns="91440" rIns="91440" rtlCol="0" tIns="45720" vert="horz"/>
          <a:lstStyle>
            <a:lvl1pPr algn="l">
              <a:defRPr sz="1200"/>
            </a:lvl1pPr>
          </a:lstStyle>
          <a:p>
            <a:endParaRPr lang="en-IN"/>
          </a:p>
        </p:txBody>
      </p:sp>
      <p:sp>
        <p:nvSpPr>
          <p:cNvPr id="1048682" name="Slide Number Placeholder 6"/>
          <p:cNvSpPr>
            <a:spLocks noGrp="1"/>
          </p:cNvSpPr>
          <p:nvPr>
            <p:ph type="sldNum" sz="quarter" idx="5"/>
          </p:nvPr>
        </p:nvSpPr>
        <p:spPr>
          <a:xfrm>
            <a:off x="9207500" y="8685213"/>
            <a:ext cx="7045325" cy="458787"/>
          </a:xfrm>
          <a:prstGeom prst="rect"/>
        </p:spPr>
        <p:txBody>
          <a:bodyPr anchor="b" bIns="45720" lIns="91440" rIns="91440" rtlCol="0" tIns="45720" vert="horz"/>
          <a:lstStyle>
            <a:lvl1pPr algn="r">
              <a:defRPr sz="1200"/>
            </a:lvl1pPr>
          </a:lstStyle>
          <a:p>
            <a:fld id="{76A8FEF0-14B5-45A8-B1D3-5B733D394D3D}"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43" name=""/>
        <p:cNvGrpSpPr/>
        <p:nvPr/>
      </p:nvGrpSpPr>
      <p:grpSpPr>
        <a:xfrm>
          <a:off x="0" y="0"/>
          <a:ext cx="0" cy="0"/>
          <a:chOff x="0" y="0"/>
          <a:chExt cx="0" cy="0"/>
        </a:xfrm>
      </p:grpSpPr>
      <p:sp>
        <p:nvSpPr>
          <p:cNvPr id="1048663" name="Holder 2"/>
          <p:cNvSpPr>
            <a:spLocks noGrp="1"/>
          </p:cNvSpPr>
          <p:nvPr>
            <p:ph type="ctrTitle"/>
          </p:nvPr>
        </p:nvSpPr>
        <p:spPr>
          <a:xfrm>
            <a:off x="1219200" y="2834640"/>
            <a:ext cx="13817600" cy="1920240"/>
          </a:xfrm>
          <a:prstGeom prst="rect"/>
        </p:spPr>
        <p:txBody>
          <a:bodyPr bIns="0" lIns="0" rIns="0" tIns="0" wrap="square">
            <a:spAutoFit/>
          </a:bodyPr>
          <a:p/>
        </p:txBody>
      </p:sp>
      <p:sp>
        <p:nvSpPr>
          <p:cNvPr id="1048664" name="Holder 3"/>
          <p:cNvSpPr>
            <a:spLocks noGrp="1"/>
          </p:cNvSpPr>
          <p:nvPr>
            <p:ph type="subTitle" idx="4"/>
          </p:nvPr>
        </p:nvSpPr>
        <p:spPr>
          <a:xfrm>
            <a:off x="2438400" y="5120640"/>
            <a:ext cx="11379200" cy="2286000"/>
          </a:xfrm>
          <a:prstGeom prst="rect"/>
        </p:spPr>
        <p:txBody>
          <a:bodyPr bIns="0" lIns="0" rIns="0" tIns="0" wrap="square">
            <a:spAutoFit/>
          </a:bodyPr>
          <a:p/>
        </p:txBody>
      </p:sp>
      <p:sp>
        <p:nvSpPr>
          <p:cNvPr id="1048665"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66" name="Holder 5"/>
          <p:cNvSpPr>
            <a:spLocks noGrp="1"/>
          </p:cNvSpPr>
          <p:nvPr>
            <p:ph type="dt" sz="half" idx="6"/>
          </p:nvPr>
        </p:nvSpPr>
        <p:spPr/>
        <p:txBody>
          <a:bodyPr bIns="0" lIns="0" rIns="0" tIns="0"/>
          <a:lstStyle>
            <a:lvl1pPr algn="l">
              <a:defRPr>
                <a:solidFill>
                  <a:schemeClr val="tx1">
                    <a:tint val="75000"/>
                  </a:schemeClr>
                </a:solidFill>
              </a:defRPr>
            </a:lvl1pPr>
          </a:lstStyle>
          <a:p>
            <a:fld id="{1C3C3A08-8C14-4F1D-A625-8B7B02E1AE6F}" type="datetime1">
              <a:rPr lang="en-IN" smtClean="0"/>
              <a:t>03-11-2025</a:t>
            </a:fld>
            <a:endParaRPr lang="en-US"/>
          </a:p>
        </p:txBody>
      </p:sp>
      <p:sp>
        <p:nvSpPr>
          <p:cNvPr id="1048667" name="Holder 6"/>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type="obj">
  <p:cSld name="Title and Content">
    <p:bg>
      <p:bgPr>
        <a:solidFill>
          <a:schemeClr val="bg1"/>
        </a:solidFill>
        <a:effectLst/>
      </p:bgPr>
    </p:bg>
    <p:spTree>
      <p:nvGrpSpPr>
        <p:cNvPr id="18" name=""/>
        <p:cNvGrpSpPr/>
        <p:nvPr/>
      </p:nvGrpSpPr>
      <p:grpSpPr>
        <a:xfrm>
          <a:off x="0" y="0"/>
          <a:ext cx="0" cy="0"/>
          <a:chOff x="0" y="0"/>
          <a:chExt cx="0" cy="0"/>
        </a:xfrm>
      </p:grpSpPr>
      <p:pic>
        <p:nvPicPr>
          <p:cNvPr id="2097154" name="bg object 16"/>
          <p:cNvPicPr>
            <a:picLocks/>
          </p:cNvPicPr>
          <p:nvPr/>
        </p:nvPicPr>
        <p:blipFill>
          <a:blip xmlns:r="http://schemas.openxmlformats.org/officeDocument/2006/relationships" r:embed="rId1" cstate="print"/>
          <a:stretch>
            <a:fillRect/>
          </a:stretch>
        </p:blipFill>
        <p:spPr>
          <a:xfrm>
            <a:off x="0" y="0"/>
            <a:ext cx="16255999" cy="9143999"/>
          </a:xfrm>
          <a:prstGeom prst="rect"/>
        </p:spPr>
      </p:pic>
      <p:pic>
        <p:nvPicPr>
          <p:cNvPr id="2097155" name="bg object 17"/>
          <p:cNvPicPr>
            <a:picLocks/>
          </p:cNvPicPr>
          <p:nvPr/>
        </p:nvPicPr>
        <p:blipFill>
          <a:blip xmlns:r="http://schemas.openxmlformats.org/officeDocument/2006/relationships" r:embed="rId2" cstate="print"/>
          <a:stretch>
            <a:fillRect/>
          </a:stretch>
        </p:blipFill>
        <p:spPr>
          <a:xfrm>
            <a:off x="0" y="0"/>
            <a:ext cx="3801532" cy="9144000"/>
          </a:xfrm>
          <a:prstGeom prst="rect"/>
        </p:spPr>
      </p:pic>
      <p:sp>
        <p:nvSpPr>
          <p:cNvPr id="1048582" name="bg object 18"/>
          <p:cNvSpPr/>
          <p:nvPr/>
        </p:nvSpPr>
        <p:spPr>
          <a:xfrm>
            <a:off x="0" y="0"/>
            <a:ext cx="243840" cy="9144000"/>
          </a:xfrm>
          <a:custGeom>
            <a:avLst/>
            <a:ahLst/>
            <a:rect l="l" t="t" r="r" b="b"/>
            <a:pathLst>
              <a:path w="243840" h="9144000">
                <a:moveTo>
                  <a:pt x="243840" y="0"/>
                </a:moveTo>
                <a:lnTo>
                  <a:pt x="0" y="0"/>
                </a:lnTo>
                <a:lnTo>
                  <a:pt x="0" y="9144000"/>
                </a:lnTo>
                <a:lnTo>
                  <a:pt x="243840" y="9144000"/>
                </a:lnTo>
                <a:lnTo>
                  <a:pt x="243840" y="0"/>
                </a:lnTo>
                <a:close/>
              </a:path>
            </a:pathLst>
          </a:custGeom>
          <a:solidFill>
            <a:srgbClr val="766F54"/>
          </a:solidFill>
        </p:spPr>
        <p:txBody>
          <a:bodyPr bIns="0" lIns="0" rIns="0" rtlCol="0" tIns="0" wrap="square"/>
          <a:p/>
        </p:txBody>
      </p:sp>
      <p:sp>
        <p:nvSpPr>
          <p:cNvPr id="1048583" name="bg object 19"/>
          <p:cNvSpPr/>
          <p:nvPr/>
        </p:nvSpPr>
        <p:spPr>
          <a:xfrm>
            <a:off x="0" y="952500"/>
            <a:ext cx="2122170" cy="677545"/>
          </a:xfrm>
          <a:custGeom>
            <a:avLst/>
            <a:ahLst/>
            <a:rect l="l" t="t" r="r" b="b"/>
            <a:pathLst>
              <a:path w="2122170" h="677544">
                <a:moveTo>
                  <a:pt x="0" y="0"/>
                </a:moveTo>
                <a:lnTo>
                  <a:pt x="0" y="672609"/>
                </a:lnTo>
                <a:lnTo>
                  <a:pt x="1660404" y="677332"/>
                </a:lnTo>
                <a:lnTo>
                  <a:pt x="1794203" y="677332"/>
                </a:lnTo>
                <a:lnTo>
                  <a:pt x="1800388" y="670965"/>
                </a:lnTo>
                <a:lnTo>
                  <a:pt x="1802451" y="668797"/>
                </a:lnTo>
                <a:lnTo>
                  <a:pt x="1804970" y="666765"/>
                </a:lnTo>
                <a:lnTo>
                  <a:pt x="1807033" y="664599"/>
                </a:lnTo>
                <a:lnTo>
                  <a:pt x="2112432" y="358917"/>
                </a:lnTo>
                <a:lnTo>
                  <a:pt x="2119520" y="349367"/>
                </a:lnTo>
                <a:lnTo>
                  <a:pt x="2121883" y="339817"/>
                </a:lnTo>
                <a:lnTo>
                  <a:pt x="2119520" y="330266"/>
                </a:lnTo>
                <a:lnTo>
                  <a:pt x="2112432" y="320716"/>
                </a:lnTo>
                <a:lnTo>
                  <a:pt x="1807033" y="15035"/>
                </a:lnTo>
                <a:lnTo>
                  <a:pt x="1800388" y="15035"/>
                </a:lnTo>
                <a:lnTo>
                  <a:pt x="1800388" y="8669"/>
                </a:lnTo>
                <a:lnTo>
                  <a:pt x="1794203" y="8669"/>
                </a:lnTo>
                <a:lnTo>
                  <a:pt x="1787789" y="2301"/>
                </a:lnTo>
                <a:lnTo>
                  <a:pt x="1660404" y="2301"/>
                </a:lnTo>
                <a:lnTo>
                  <a:pt x="0" y="0"/>
                </a:lnTo>
                <a:close/>
              </a:path>
            </a:pathLst>
          </a:custGeom>
          <a:solidFill>
            <a:srgbClr val="A53010"/>
          </a:solidFill>
        </p:spPr>
        <p:txBody>
          <a:bodyPr bIns="0" lIns="0" rIns="0" rtlCol="0" tIns="0" wrap="square"/>
          <a:p/>
        </p:txBody>
      </p:sp>
      <p:sp>
        <p:nvSpPr>
          <p:cNvPr id="1048584" name="Holder 2"/>
          <p:cNvSpPr>
            <a:spLocks noGrp="1"/>
          </p:cNvSpPr>
          <p:nvPr>
            <p:ph type="title"/>
          </p:nvPr>
        </p:nvSpPr>
        <p:spPr/>
        <p:txBody>
          <a:bodyPr bIns="0" lIns="0" rIns="0" tIns="0"/>
          <a:lstStyle>
            <a:lvl1pPr>
              <a:defRPr b="1" sz="5300" i="0">
                <a:solidFill>
                  <a:srgbClr val="262626"/>
                </a:solidFill>
                <a:latin typeface="Arial"/>
                <a:cs typeface="Arial"/>
              </a:defRPr>
            </a:lvl1pPr>
          </a:lstStyle>
          <a:p/>
        </p:txBody>
      </p:sp>
      <p:sp>
        <p:nvSpPr>
          <p:cNvPr id="1048585" name="Holder 3"/>
          <p:cNvSpPr>
            <a:spLocks noGrp="1"/>
          </p:cNvSpPr>
          <p:nvPr>
            <p:ph type="body" idx="1"/>
          </p:nvPr>
        </p:nvSpPr>
        <p:spPr/>
        <p:txBody>
          <a:bodyPr bIns="0" lIns="0" rIns="0" tIns="0"/>
          <a:lstStyle>
            <a:lvl1pPr>
              <a:defRPr b="0" sz="3200" i="0">
                <a:solidFill>
                  <a:srgbClr val="404040"/>
                </a:solidFill>
                <a:latin typeface="Arial MT"/>
                <a:cs typeface="Arial MT"/>
              </a:defRPr>
            </a:lvl1pPr>
          </a:lstStyle>
          <a:p/>
        </p:txBody>
      </p:sp>
      <p:sp>
        <p:nvSpPr>
          <p:cNvPr id="1048586"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87" name="Holder 5"/>
          <p:cNvSpPr>
            <a:spLocks noGrp="1"/>
          </p:cNvSpPr>
          <p:nvPr>
            <p:ph type="dt" sz="half" idx="6"/>
          </p:nvPr>
        </p:nvSpPr>
        <p:spPr/>
        <p:txBody>
          <a:bodyPr bIns="0" lIns="0" rIns="0" tIns="0"/>
          <a:lstStyle>
            <a:lvl1pPr algn="l">
              <a:defRPr>
                <a:solidFill>
                  <a:schemeClr val="tx1">
                    <a:tint val="75000"/>
                  </a:schemeClr>
                </a:solidFill>
              </a:defRPr>
            </a:lvl1pPr>
          </a:lstStyle>
          <a:p>
            <a:fld id="{9CA140A9-643B-4997-84CE-260499D9C805}" type="datetime1">
              <a:rPr lang="en-IN" smtClean="0"/>
              <a:t>03-11-2025</a:t>
            </a:fld>
            <a:endParaRPr lang="en-US"/>
          </a:p>
        </p:txBody>
      </p:sp>
      <p:sp>
        <p:nvSpPr>
          <p:cNvPr id="1048588" name="Holder 6"/>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4" name=""/>
        <p:cNvGrpSpPr/>
        <p:nvPr/>
      </p:nvGrpSpPr>
      <p:grpSpPr>
        <a:xfrm>
          <a:off x="0" y="0"/>
          <a:ext cx="0" cy="0"/>
          <a:chOff x="0" y="0"/>
          <a:chExt cx="0" cy="0"/>
        </a:xfrm>
      </p:grpSpPr>
      <p:sp>
        <p:nvSpPr>
          <p:cNvPr id="1048668" name="Holder 2"/>
          <p:cNvSpPr>
            <a:spLocks noGrp="1"/>
          </p:cNvSpPr>
          <p:nvPr>
            <p:ph type="title"/>
          </p:nvPr>
        </p:nvSpPr>
        <p:spPr/>
        <p:txBody>
          <a:bodyPr bIns="0" lIns="0" rIns="0" tIns="0"/>
          <a:lstStyle>
            <a:lvl1pPr>
              <a:defRPr b="1" sz="5300" i="0">
                <a:solidFill>
                  <a:srgbClr val="262626"/>
                </a:solidFill>
                <a:latin typeface="Arial"/>
                <a:cs typeface="Arial"/>
              </a:defRPr>
            </a:lvl1pPr>
          </a:lstStyle>
          <a:p/>
        </p:txBody>
      </p:sp>
      <p:sp>
        <p:nvSpPr>
          <p:cNvPr id="1048669" name="Holder 3"/>
          <p:cNvSpPr>
            <a:spLocks noGrp="1"/>
          </p:cNvSpPr>
          <p:nvPr>
            <p:ph sz="half" idx="2"/>
          </p:nvPr>
        </p:nvSpPr>
        <p:spPr>
          <a:xfrm>
            <a:off x="812800" y="2103120"/>
            <a:ext cx="7071360" cy="6035040"/>
          </a:xfrm>
          <a:prstGeom prst="rect"/>
        </p:spPr>
        <p:txBody>
          <a:bodyPr bIns="0" lIns="0" rIns="0" tIns="0" wrap="square">
            <a:spAutoFit/>
          </a:bodyPr>
          <a:p/>
        </p:txBody>
      </p:sp>
      <p:sp>
        <p:nvSpPr>
          <p:cNvPr id="1048670" name="Holder 4"/>
          <p:cNvSpPr>
            <a:spLocks noGrp="1"/>
          </p:cNvSpPr>
          <p:nvPr>
            <p:ph sz="half" idx="3"/>
          </p:nvPr>
        </p:nvSpPr>
        <p:spPr>
          <a:xfrm>
            <a:off x="8371840" y="2103120"/>
            <a:ext cx="7071360" cy="6035040"/>
          </a:xfrm>
          <a:prstGeom prst="rect"/>
        </p:spPr>
        <p:txBody>
          <a:bodyPr bIns="0" lIns="0" rIns="0" tIns="0" wrap="square">
            <a:spAutoFit/>
          </a:bodyPr>
          <a:p/>
        </p:txBody>
      </p:sp>
      <p:sp>
        <p:nvSpPr>
          <p:cNvPr id="1048671"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72" name="Holder 6"/>
          <p:cNvSpPr>
            <a:spLocks noGrp="1"/>
          </p:cNvSpPr>
          <p:nvPr>
            <p:ph type="dt" sz="half" idx="6"/>
          </p:nvPr>
        </p:nvSpPr>
        <p:spPr/>
        <p:txBody>
          <a:bodyPr bIns="0" lIns="0" rIns="0" tIns="0"/>
          <a:lstStyle>
            <a:lvl1pPr algn="l">
              <a:defRPr>
                <a:solidFill>
                  <a:schemeClr val="tx1">
                    <a:tint val="75000"/>
                  </a:schemeClr>
                </a:solidFill>
              </a:defRPr>
            </a:lvl1pPr>
          </a:lstStyle>
          <a:p>
            <a:fld id="{9E466D3C-5531-4B91-81B3-B46F575DF867}" type="datetime1">
              <a:rPr lang="en-IN" smtClean="0"/>
              <a:t>03-11-2025</a:t>
            </a:fld>
            <a:endParaRPr lang="en-US"/>
          </a:p>
        </p:txBody>
      </p:sp>
      <p:sp>
        <p:nvSpPr>
          <p:cNvPr id="1048673" name="Holder 7"/>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33" name=""/>
        <p:cNvGrpSpPr/>
        <p:nvPr/>
      </p:nvGrpSpPr>
      <p:grpSpPr>
        <a:xfrm>
          <a:off x="0" y="0"/>
          <a:ext cx="0" cy="0"/>
          <a:chOff x="0" y="0"/>
          <a:chExt cx="0" cy="0"/>
        </a:xfrm>
      </p:grpSpPr>
      <p:sp>
        <p:nvSpPr>
          <p:cNvPr id="1048620" name="Holder 2"/>
          <p:cNvSpPr>
            <a:spLocks noGrp="1"/>
          </p:cNvSpPr>
          <p:nvPr>
            <p:ph type="title"/>
          </p:nvPr>
        </p:nvSpPr>
        <p:spPr/>
        <p:txBody>
          <a:bodyPr bIns="0" lIns="0" rIns="0" tIns="0"/>
          <a:lstStyle>
            <a:lvl1pPr>
              <a:defRPr b="1" sz="5300" i="0">
                <a:solidFill>
                  <a:srgbClr val="262626"/>
                </a:solidFill>
                <a:latin typeface="Arial"/>
                <a:cs typeface="Arial"/>
              </a:defRPr>
            </a:lvl1pPr>
          </a:lstStyle>
          <a:p/>
        </p:txBody>
      </p:sp>
      <p:sp>
        <p:nvSpPr>
          <p:cNvPr id="1048621"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22" name="Holder 4"/>
          <p:cNvSpPr>
            <a:spLocks noGrp="1"/>
          </p:cNvSpPr>
          <p:nvPr>
            <p:ph type="dt" sz="half" idx="6"/>
          </p:nvPr>
        </p:nvSpPr>
        <p:spPr/>
        <p:txBody>
          <a:bodyPr bIns="0" lIns="0" rIns="0" tIns="0"/>
          <a:lstStyle>
            <a:lvl1pPr algn="l">
              <a:defRPr>
                <a:solidFill>
                  <a:schemeClr val="tx1">
                    <a:tint val="75000"/>
                  </a:schemeClr>
                </a:solidFill>
              </a:defRPr>
            </a:lvl1pPr>
          </a:lstStyle>
          <a:p>
            <a:fld id="{87A46592-3A2A-4A24-84F6-7112295C1274}" type="datetime1">
              <a:rPr lang="en-IN" smtClean="0"/>
              <a:t>03-11-2025</a:t>
            </a:fld>
            <a:endParaRPr lang="en-US"/>
          </a:p>
        </p:txBody>
      </p:sp>
      <p:sp>
        <p:nvSpPr>
          <p:cNvPr id="1048623" name="Holder 5"/>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5" name=""/>
        <p:cNvGrpSpPr/>
        <p:nvPr/>
      </p:nvGrpSpPr>
      <p:grpSpPr>
        <a:xfrm>
          <a:off x="0" y="0"/>
          <a:ext cx="0" cy="0"/>
          <a:chOff x="0" y="0"/>
          <a:chExt cx="0" cy="0"/>
        </a:xfrm>
      </p:grpSpPr>
      <p:sp>
        <p:nvSpPr>
          <p:cNvPr id="1048674"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75" name="Holder 3"/>
          <p:cNvSpPr>
            <a:spLocks noGrp="1"/>
          </p:cNvSpPr>
          <p:nvPr>
            <p:ph type="dt" sz="half" idx="6"/>
          </p:nvPr>
        </p:nvSpPr>
        <p:spPr/>
        <p:txBody>
          <a:bodyPr bIns="0" lIns="0" rIns="0" tIns="0"/>
          <a:lstStyle>
            <a:lvl1pPr algn="l">
              <a:defRPr>
                <a:solidFill>
                  <a:schemeClr val="tx1">
                    <a:tint val="75000"/>
                  </a:schemeClr>
                </a:solidFill>
              </a:defRPr>
            </a:lvl1pPr>
          </a:lstStyle>
          <a:p>
            <a:fld id="{B2672E0A-D229-4F97-B8D2-74DCD9E42E74}" type="datetime1">
              <a:rPr lang="en-IN" smtClean="0"/>
              <a:t>03-11-2025</a:t>
            </a:fld>
            <a:endParaRPr lang="en-US"/>
          </a:p>
        </p:txBody>
      </p:sp>
      <p:sp>
        <p:nvSpPr>
          <p:cNvPr id="1048676" name="Holder 4"/>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pic>
        <p:nvPicPr>
          <p:cNvPr id="2097152" name="bg object 16"/>
          <p:cNvPicPr>
            <a:picLocks/>
          </p:cNvPicPr>
          <p:nvPr/>
        </p:nvPicPr>
        <p:blipFill>
          <a:blip xmlns:r="http://schemas.openxmlformats.org/officeDocument/2006/relationships" r:embed="rId6" cstate="print"/>
          <a:stretch>
            <a:fillRect/>
          </a:stretch>
        </p:blipFill>
        <p:spPr>
          <a:xfrm>
            <a:off x="0" y="0"/>
            <a:ext cx="16255999" cy="9143999"/>
          </a:xfrm>
          <a:prstGeom prst="rect"/>
        </p:spPr>
      </p:pic>
      <p:pic>
        <p:nvPicPr>
          <p:cNvPr id="2097153" name="bg object 17"/>
          <p:cNvPicPr>
            <a:picLocks/>
          </p:cNvPicPr>
          <p:nvPr/>
        </p:nvPicPr>
        <p:blipFill>
          <a:blip xmlns:r="http://schemas.openxmlformats.org/officeDocument/2006/relationships" r:embed="rId7" cstate="print"/>
          <a:stretch>
            <a:fillRect/>
          </a:stretch>
        </p:blipFill>
        <p:spPr>
          <a:xfrm>
            <a:off x="0" y="0"/>
            <a:ext cx="3801532" cy="9144000"/>
          </a:xfrm>
          <a:prstGeom prst="rect"/>
        </p:spPr>
      </p:pic>
      <p:sp>
        <p:nvSpPr>
          <p:cNvPr id="1048576" name="bg object 18"/>
          <p:cNvSpPr/>
          <p:nvPr/>
        </p:nvSpPr>
        <p:spPr>
          <a:xfrm>
            <a:off x="0" y="0"/>
            <a:ext cx="243840" cy="9144000"/>
          </a:xfrm>
          <a:custGeom>
            <a:avLst/>
            <a:ahLst/>
            <a:rect l="l" t="t" r="r" b="b"/>
            <a:pathLst>
              <a:path w="243840" h="9144000">
                <a:moveTo>
                  <a:pt x="243840" y="0"/>
                </a:moveTo>
                <a:lnTo>
                  <a:pt x="0" y="0"/>
                </a:lnTo>
                <a:lnTo>
                  <a:pt x="0" y="9144000"/>
                </a:lnTo>
                <a:lnTo>
                  <a:pt x="243840" y="9144000"/>
                </a:lnTo>
                <a:lnTo>
                  <a:pt x="243840" y="0"/>
                </a:lnTo>
                <a:close/>
              </a:path>
            </a:pathLst>
          </a:custGeom>
          <a:solidFill>
            <a:srgbClr val="766F54"/>
          </a:solidFill>
        </p:spPr>
        <p:txBody>
          <a:bodyPr bIns="0" lIns="0" rIns="0" rtlCol="0" tIns="0" wrap="square"/>
          <a:p/>
        </p:txBody>
      </p:sp>
      <p:sp>
        <p:nvSpPr>
          <p:cNvPr id="1048577" name="Holder 2"/>
          <p:cNvSpPr>
            <a:spLocks noGrp="1"/>
          </p:cNvSpPr>
          <p:nvPr>
            <p:ph type="title"/>
          </p:nvPr>
        </p:nvSpPr>
        <p:spPr>
          <a:xfrm>
            <a:off x="5979582" y="-11853"/>
            <a:ext cx="4296834" cy="838200"/>
          </a:xfrm>
          <a:prstGeom prst="rect"/>
        </p:spPr>
        <p:txBody>
          <a:bodyPr bIns="0" lIns="0" rIns="0" tIns="0" wrap="square">
            <a:spAutoFit/>
          </a:bodyPr>
          <a:lstStyle>
            <a:lvl1pPr>
              <a:defRPr b="1" sz="5300" i="0">
                <a:solidFill>
                  <a:srgbClr val="262626"/>
                </a:solidFill>
                <a:latin typeface="Arial"/>
                <a:cs typeface="Arial"/>
              </a:defRPr>
            </a:lvl1pPr>
          </a:lstStyle>
          <a:p/>
        </p:txBody>
      </p:sp>
      <p:sp>
        <p:nvSpPr>
          <p:cNvPr id="1048578" name="Holder 3"/>
          <p:cNvSpPr>
            <a:spLocks noGrp="1"/>
          </p:cNvSpPr>
          <p:nvPr>
            <p:ph type="body" idx="1"/>
          </p:nvPr>
        </p:nvSpPr>
        <p:spPr>
          <a:xfrm>
            <a:off x="1699682" y="1818217"/>
            <a:ext cx="12856634" cy="1976120"/>
          </a:xfrm>
          <a:prstGeom prst="rect"/>
        </p:spPr>
        <p:txBody>
          <a:bodyPr bIns="0" lIns="0" rIns="0" tIns="0" wrap="square">
            <a:spAutoFit/>
          </a:bodyPr>
          <a:lstStyle>
            <a:lvl1pPr>
              <a:defRPr b="0" sz="3200" i="0">
                <a:solidFill>
                  <a:srgbClr val="404040"/>
                </a:solidFill>
                <a:latin typeface="Arial MT"/>
                <a:cs typeface="Arial MT"/>
              </a:defRPr>
            </a:lvl1pPr>
          </a:lstStyle>
          <a:p/>
        </p:txBody>
      </p:sp>
      <p:sp>
        <p:nvSpPr>
          <p:cNvPr id="1048579" name="Holder 4"/>
          <p:cNvSpPr>
            <a:spLocks noGrp="1"/>
          </p:cNvSpPr>
          <p:nvPr>
            <p:ph type="ftr" sz="quarter" idx="5"/>
          </p:nvPr>
        </p:nvSpPr>
        <p:spPr>
          <a:xfrm>
            <a:off x="5527040" y="8503920"/>
            <a:ext cx="5201920" cy="457200"/>
          </a:xfrm>
          <a:prstGeom prst="rect"/>
        </p:spPr>
        <p:txBody>
          <a:bodyPr bIns="0" lIns="0" rIns="0" tIns="0" wrap="square">
            <a:spAutoFit/>
          </a:bodyPr>
          <a:lstStyle>
            <a:lvl1pPr algn="ctr">
              <a:defRPr>
                <a:solidFill>
                  <a:schemeClr val="tx1">
                    <a:tint val="75000"/>
                  </a:schemeClr>
                </a:solidFill>
              </a:defRPr>
            </a:lvl1pPr>
          </a:lstStyle>
          <a:p/>
        </p:txBody>
      </p:sp>
      <p:sp>
        <p:nvSpPr>
          <p:cNvPr id="1048580" name="Holder 5"/>
          <p:cNvSpPr>
            <a:spLocks noGrp="1"/>
          </p:cNvSpPr>
          <p:nvPr>
            <p:ph type="dt" sz="half" idx="6"/>
          </p:nvPr>
        </p:nvSpPr>
        <p:spPr>
          <a:xfrm>
            <a:off x="812800" y="8503920"/>
            <a:ext cx="3738880" cy="457200"/>
          </a:xfrm>
          <a:prstGeom prst="rect"/>
        </p:spPr>
        <p:txBody>
          <a:bodyPr bIns="0" lIns="0" rIns="0" tIns="0" wrap="square">
            <a:spAutoFit/>
          </a:bodyPr>
          <a:lstStyle>
            <a:lvl1pPr algn="l">
              <a:defRPr>
                <a:solidFill>
                  <a:schemeClr val="tx1">
                    <a:tint val="75000"/>
                  </a:schemeClr>
                </a:solidFill>
              </a:defRPr>
            </a:lvl1pPr>
          </a:lstStyle>
          <a:p>
            <a:fld id="{C1864894-1E6F-44B3-A6D8-90BA7EA493B7}" type="datetime1">
              <a:rPr lang="en-IN" smtClean="0"/>
              <a:t>03-11-2025</a:t>
            </a:fld>
            <a:endParaRPr lang="en-US"/>
          </a:p>
        </p:txBody>
      </p:sp>
      <p:sp>
        <p:nvSpPr>
          <p:cNvPr id="1048581" name="Holder 6"/>
          <p:cNvSpPr>
            <a:spLocks noGrp="1"/>
          </p:cNvSpPr>
          <p:nvPr>
            <p:ph type="sldNum" sz="quarter" idx="7"/>
          </p:nvPr>
        </p:nvSpPr>
        <p:spPr>
          <a:xfrm>
            <a:off x="11704320" y="8503920"/>
            <a:ext cx="3738880" cy="457200"/>
          </a:xfrm>
          <a:prstGeom prst="rect"/>
        </p:spPr>
        <p:txBody>
          <a:bodyPr bIns="0" lIns="0" rIns="0" tIns="0" wrap="square">
            <a:spAutoFit/>
          </a:bodyPr>
          <a:lstStyle>
            <a:lvl1pPr algn="r">
              <a:defRPr>
                <a:solidFill>
                  <a:schemeClr val="tx1">
                    <a:tint val="75000"/>
                  </a:schemeClr>
                </a:solidFill>
              </a:defRPr>
            </a:lvl1pPr>
          </a:lstStyle>
          <a:p>
            <a:fld id="{B6F15528-21DE-4FAA-801E-634DDDAF4B2B}" type="slidenum">
              <a:t>‹#›</a:t>
            </a:fld>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Lst>
  <p:hf dt="1" ftr="0" hdr="0" sldNum="1"/>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jpeg"/><Relationship Id="rId3"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3.png"/><Relationship Id="rId3" Type="http://schemas.openxmlformats.org/officeDocument/2006/relationships/image" Target="../media/image4.jpeg"/><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8.png"/><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9" name=""/>
        <p:cNvGrpSpPr/>
        <p:nvPr/>
      </p:nvGrpSpPr>
      <p:grpSpPr>
        <a:xfrm>
          <a:off x="0" y="0"/>
          <a:ext cx="0" cy="0"/>
          <a:chOff x="0" y="0"/>
          <a:chExt cx="0" cy="0"/>
        </a:xfrm>
      </p:grpSpPr>
      <p:grpSp>
        <p:nvGrpSpPr>
          <p:cNvPr id="20" name="object 2"/>
          <p:cNvGrpSpPr/>
          <p:nvPr/>
        </p:nvGrpSpPr>
        <p:grpSpPr>
          <a:xfrm>
            <a:off x="7257" y="176349"/>
            <a:ext cx="16256000" cy="9144000"/>
            <a:chOff x="0" y="0"/>
            <a:chExt cx="16256000" cy="9144000"/>
          </a:xfrm>
        </p:grpSpPr>
        <p:pic>
          <p:nvPicPr>
            <p:cNvPr id="2097156" name="object 3"/>
            <p:cNvPicPr>
              <a:picLocks/>
            </p:cNvPicPr>
            <p:nvPr/>
          </p:nvPicPr>
          <p:blipFill>
            <a:blip xmlns:r="http://schemas.openxmlformats.org/officeDocument/2006/relationships" r:embed="rId1" cstate="print"/>
            <a:stretch>
              <a:fillRect/>
            </a:stretch>
          </p:blipFill>
          <p:spPr>
            <a:xfrm>
              <a:off x="0" y="0"/>
              <a:ext cx="16255999" cy="9143999"/>
            </a:xfrm>
            <a:prstGeom prst="rect"/>
          </p:spPr>
        </p:pic>
        <p:pic>
          <p:nvPicPr>
            <p:cNvPr id="2097157" name="object 4"/>
            <p:cNvPicPr>
              <a:picLocks/>
            </p:cNvPicPr>
            <p:nvPr/>
          </p:nvPicPr>
          <p:blipFill>
            <a:blip xmlns:r="http://schemas.openxmlformats.org/officeDocument/2006/relationships" r:embed="rId2" cstate="print"/>
            <a:stretch>
              <a:fillRect/>
            </a:stretch>
          </p:blipFill>
          <p:spPr>
            <a:xfrm>
              <a:off x="0" y="0"/>
              <a:ext cx="3801532" cy="9144000"/>
            </a:xfrm>
            <a:prstGeom prst="rect"/>
          </p:spPr>
        </p:pic>
        <p:sp>
          <p:nvSpPr>
            <p:cNvPr id="1048589" name="object 5"/>
            <p:cNvSpPr/>
            <p:nvPr/>
          </p:nvSpPr>
          <p:spPr>
            <a:xfrm>
              <a:off x="0" y="0"/>
              <a:ext cx="243840" cy="9144000"/>
            </a:xfrm>
            <a:custGeom>
              <a:avLst/>
              <a:ahLst/>
              <a:rect l="l" t="t" r="r" b="b"/>
              <a:pathLst>
                <a:path w="243840" h="9144000">
                  <a:moveTo>
                    <a:pt x="243840" y="0"/>
                  </a:moveTo>
                  <a:lnTo>
                    <a:pt x="0" y="0"/>
                  </a:lnTo>
                  <a:lnTo>
                    <a:pt x="0" y="9144000"/>
                  </a:lnTo>
                  <a:lnTo>
                    <a:pt x="243840" y="9144000"/>
                  </a:lnTo>
                  <a:lnTo>
                    <a:pt x="243840" y="0"/>
                  </a:lnTo>
                  <a:close/>
                </a:path>
              </a:pathLst>
            </a:custGeom>
            <a:solidFill>
              <a:srgbClr val="766F54"/>
            </a:solidFill>
          </p:spPr>
          <p:txBody>
            <a:bodyPr bIns="0" lIns="0" rIns="0" rtlCol="0" tIns="0" wrap="square"/>
            <a:p/>
          </p:txBody>
        </p:sp>
      </p:grpSp>
      <p:sp>
        <p:nvSpPr>
          <p:cNvPr id="1048590" name="object 6"/>
          <p:cNvSpPr/>
          <p:nvPr/>
        </p:nvSpPr>
        <p:spPr>
          <a:xfrm>
            <a:off x="0" y="5765800"/>
            <a:ext cx="2323465" cy="1037590"/>
          </a:xfrm>
          <a:custGeom>
            <a:avLst/>
            <a:ahLst/>
            <a:rect l="l" t="t" r="r" b="b"/>
            <a:pathLst>
              <a:path w="2323465" h="1037590">
                <a:moveTo>
                  <a:pt x="1794689" y="0"/>
                </a:moveTo>
                <a:lnTo>
                  <a:pt x="0" y="0"/>
                </a:lnTo>
                <a:lnTo>
                  <a:pt x="0" y="1037167"/>
                </a:lnTo>
                <a:lnTo>
                  <a:pt x="1794689" y="1037167"/>
                </a:lnTo>
                <a:lnTo>
                  <a:pt x="1807586" y="1036093"/>
                </a:lnTo>
                <a:lnTo>
                  <a:pt x="1818138" y="1033261"/>
                </a:lnTo>
                <a:lnTo>
                  <a:pt x="1826346" y="1029258"/>
                </a:lnTo>
                <a:lnTo>
                  <a:pt x="1832208" y="1024670"/>
                </a:lnTo>
                <a:lnTo>
                  <a:pt x="1832208" y="1018423"/>
                </a:lnTo>
                <a:lnTo>
                  <a:pt x="1838462" y="1018423"/>
                </a:lnTo>
                <a:lnTo>
                  <a:pt x="2313711" y="543575"/>
                </a:lnTo>
                <a:lnTo>
                  <a:pt x="2320745" y="532153"/>
                </a:lnTo>
                <a:lnTo>
                  <a:pt x="2323090" y="517802"/>
                </a:lnTo>
                <a:lnTo>
                  <a:pt x="2320745" y="502280"/>
                </a:lnTo>
                <a:lnTo>
                  <a:pt x="2313711" y="487343"/>
                </a:lnTo>
                <a:lnTo>
                  <a:pt x="1838462" y="18743"/>
                </a:lnTo>
                <a:lnTo>
                  <a:pt x="1838462" y="12495"/>
                </a:lnTo>
                <a:lnTo>
                  <a:pt x="1832208" y="12495"/>
                </a:lnTo>
                <a:lnTo>
                  <a:pt x="1826346" y="7907"/>
                </a:lnTo>
                <a:lnTo>
                  <a:pt x="1818138" y="3905"/>
                </a:lnTo>
                <a:lnTo>
                  <a:pt x="1807586" y="1073"/>
                </a:lnTo>
                <a:lnTo>
                  <a:pt x="1794689" y="0"/>
                </a:lnTo>
                <a:close/>
              </a:path>
            </a:pathLst>
          </a:custGeom>
          <a:solidFill>
            <a:srgbClr val="A53010"/>
          </a:solidFill>
        </p:spPr>
        <p:txBody>
          <a:bodyPr bIns="0" lIns="0" rIns="0" rtlCol="0" tIns="0" wrap="square"/>
          <a:p/>
        </p:txBody>
      </p:sp>
      <p:pic>
        <p:nvPicPr>
          <p:cNvPr id="2097158" name="object 10"/>
          <p:cNvPicPr>
            <a:picLocks/>
          </p:cNvPicPr>
          <p:nvPr/>
        </p:nvPicPr>
        <p:blipFill>
          <a:blip xmlns:r="http://schemas.openxmlformats.org/officeDocument/2006/relationships" r:embed="rId3" cstate="print"/>
          <a:stretch>
            <a:fillRect/>
          </a:stretch>
        </p:blipFill>
        <p:spPr>
          <a:xfrm>
            <a:off x="529382" y="336998"/>
            <a:ext cx="2766060" cy="2988732"/>
          </a:xfrm>
          <a:prstGeom prst="rect"/>
        </p:spPr>
      </p:pic>
      <p:sp>
        <p:nvSpPr>
          <p:cNvPr id="1048591" name="Date Placeholder 14"/>
          <p:cNvSpPr>
            <a:spLocks noGrp="1"/>
          </p:cNvSpPr>
          <p:nvPr>
            <p:ph type="dt" sz="half" idx="6"/>
          </p:nvPr>
        </p:nvSpPr>
        <p:spPr>
          <a:xfrm>
            <a:off x="812800" y="8503920"/>
            <a:ext cx="3738880" cy="266700"/>
          </a:xfrm>
        </p:spPr>
        <p:txBody>
          <a:bodyPr/>
          <a:p>
            <a:fld id="{F6C13300-D407-4026-B3AC-6C5F867EB5D4}" type="datetime1">
              <a:rPr lang="en-IN" smtClean="0"/>
              <a:t>11/21/2025</a:t>
            </a:fld>
            <a:endParaRPr lang="en-US"/>
          </a:p>
        </p:txBody>
      </p:sp>
      <p:sp>
        <p:nvSpPr>
          <p:cNvPr id="1048592" name="Slide Number Placeholder 15"/>
          <p:cNvSpPr>
            <a:spLocks noGrp="1"/>
          </p:cNvSpPr>
          <p:nvPr>
            <p:ph type="sldNum" sz="quarter" idx="7"/>
          </p:nvPr>
        </p:nvSpPr>
        <p:spPr>
          <a:xfrm>
            <a:off x="11704320" y="8503920"/>
            <a:ext cx="3738880" cy="266700"/>
          </a:xfrm>
        </p:spPr>
        <p:txBody>
          <a:bodyPr/>
          <a:p>
            <a:fld id="{B6F15528-21DE-4FAA-801E-634DDDAF4B2B}" type="slidenum">
              <a:rPr lang="en-IN" smtClean="0"/>
              <a:t>1</a:t>
            </a:fld>
            <a:endParaRPr lang="en-IN"/>
          </a:p>
        </p:txBody>
      </p:sp>
      <p:sp>
        <p:nvSpPr>
          <p:cNvPr id="1048593" name="TextBox 6"/>
          <p:cNvSpPr txBox="1"/>
          <p:nvPr/>
        </p:nvSpPr>
        <p:spPr>
          <a:xfrm>
            <a:off x="3295442" y="326112"/>
            <a:ext cx="12681158" cy="9532620"/>
          </a:xfrm>
          <a:prstGeom prst="rect"/>
          <a:noFill/>
        </p:spPr>
        <p:txBody>
          <a:bodyPr rtlCol="0" wrap="square">
            <a:spAutoFit/>
          </a:bodyPr>
          <a:p>
            <a:pPr algn="ctr" marL="635">
              <a:spcBef>
                <a:spcPts val="1620"/>
              </a:spcBef>
            </a:pPr>
            <a:r>
              <a:rPr b="1" dirty="0" sz="2800" lang="en-IN" spc="-10">
                <a:solidFill>
                  <a:srgbClr val="2E75B6"/>
                </a:solidFill>
                <a:latin typeface="Times New Roman"/>
                <a:cs typeface="Times New Roman"/>
              </a:rPr>
              <a:t>Marathwada</a:t>
            </a:r>
            <a:r>
              <a:rPr b="1" dirty="0" sz="2800" lang="en-IN" spc="-85">
                <a:solidFill>
                  <a:srgbClr val="2E75B6"/>
                </a:solidFill>
                <a:latin typeface="Times New Roman"/>
                <a:cs typeface="Times New Roman"/>
              </a:rPr>
              <a:t> </a:t>
            </a:r>
            <a:r>
              <a:rPr b="1" dirty="0" sz="2800" lang="en-IN" spc="-10">
                <a:solidFill>
                  <a:srgbClr val="2E75B6"/>
                </a:solidFill>
                <a:latin typeface="Times New Roman"/>
                <a:cs typeface="Times New Roman"/>
              </a:rPr>
              <a:t>Mitra M</a:t>
            </a:r>
            <a:r>
              <a:rPr b="1" dirty="0" sz="2800" lang="en-IN" spc="5">
                <a:solidFill>
                  <a:srgbClr val="2E75B6"/>
                </a:solidFill>
                <a:latin typeface="Times New Roman"/>
                <a:cs typeface="Times New Roman"/>
              </a:rPr>
              <a:t>andal’s</a:t>
            </a:r>
          </a:p>
          <a:p>
            <a:pPr algn="ctr" marL="635"/>
            <a:r>
              <a:rPr b="1" dirty="0" sz="3600" lang="en-IN">
                <a:solidFill>
                  <a:srgbClr val="FF0000"/>
                </a:solidFill>
                <a:latin typeface="Times New Roman"/>
                <a:cs typeface="Times New Roman"/>
              </a:rPr>
              <a:t>COLLEGE OF ENGINEERING, </a:t>
            </a:r>
          </a:p>
          <a:p>
            <a:pPr algn="ctr" marL="635"/>
            <a:r>
              <a:rPr b="1" dirty="0" lang="en-IN" spc="-10">
                <a:solidFill>
                  <a:srgbClr val="2E75B6"/>
                </a:solidFill>
                <a:latin typeface="Times New Roman"/>
                <a:cs typeface="Times New Roman"/>
              </a:rPr>
              <a:t>KARVENAGAR, PUNE-52</a:t>
            </a:r>
          </a:p>
          <a:p>
            <a:pPr algn="ctr" marL="635"/>
            <a:r>
              <a:rPr b="1" dirty="0" lang="en-US" spc="-10">
                <a:solidFill>
                  <a:srgbClr val="2E75B6"/>
                </a:solidFill>
                <a:latin typeface="Times New Roman"/>
                <a:cs typeface="Times New Roman"/>
              </a:rPr>
              <a:t>(An Autonomous Institute Affiliated to SPPU, Pune)</a:t>
            </a:r>
            <a:endParaRPr b="1" dirty="0" lang="en-IN" spc="-10">
              <a:solidFill>
                <a:srgbClr val="2E75B6"/>
              </a:solidFill>
              <a:latin typeface="Times New Roman"/>
              <a:cs typeface="Times New Roman"/>
            </a:endParaRPr>
          </a:p>
          <a:p>
            <a:pPr algn="ctr" marL="635">
              <a:spcBef>
                <a:spcPts val="1620"/>
              </a:spcBef>
            </a:pPr>
            <a:r>
              <a:rPr dirty="0" sz="2800" lang="en-IN" spc="5">
                <a:solidFill>
                  <a:srgbClr val="FF0000"/>
                </a:solidFill>
                <a:latin typeface="Times New Roman"/>
                <a:cs typeface="Times New Roman"/>
              </a:rPr>
              <a:t>Department</a:t>
            </a:r>
            <a:r>
              <a:rPr dirty="0" sz="2800" lang="en-IN" spc="-60">
                <a:solidFill>
                  <a:srgbClr val="FF0000"/>
                </a:solidFill>
                <a:latin typeface="Times New Roman"/>
                <a:cs typeface="Times New Roman"/>
              </a:rPr>
              <a:t> </a:t>
            </a:r>
            <a:r>
              <a:rPr dirty="0" sz="2800" lang="en-IN" spc="10">
                <a:solidFill>
                  <a:srgbClr val="FF0000"/>
                </a:solidFill>
                <a:latin typeface="Times New Roman"/>
                <a:cs typeface="Times New Roman"/>
              </a:rPr>
              <a:t>of</a:t>
            </a:r>
            <a:r>
              <a:rPr dirty="0" sz="2800" lang="en-IN" spc="-60">
                <a:solidFill>
                  <a:srgbClr val="FF0000"/>
                </a:solidFill>
                <a:latin typeface="Times New Roman"/>
                <a:cs typeface="Times New Roman"/>
              </a:rPr>
              <a:t> </a:t>
            </a:r>
            <a:r>
              <a:rPr dirty="0" sz="2800" lang="en-IN" spc="5">
                <a:solidFill>
                  <a:srgbClr val="FF0000"/>
                </a:solidFill>
                <a:latin typeface="Times New Roman"/>
                <a:cs typeface="Times New Roman"/>
              </a:rPr>
              <a:t>Mechanical</a:t>
            </a:r>
            <a:r>
              <a:rPr dirty="0" sz="2800" lang="en-IN" spc="-60">
                <a:solidFill>
                  <a:srgbClr val="FF0000"/>
                </a:solidFill>
                <a:latin typeface="Times New Roman"/>
                <a:cs typeface="Times New Roman"/>
              </a:rPr>
              <a:t> </a:t>
            </a:r>
            <a:r>
              <a:rPr dirty="0" sz="2800" lang="en-IN" spc="5">
                <a:solidFill>
                  <a:srgbClr val="FF0000"/>
                </a:solidFill>
                <a:latin typeface="Times New Roman"/>
                <a:cs typeface="Times New Roman"/>
              </a:rPr>
              <a:t>Engineering</a:t>
            </a:r>
            <a:endParaRPr dirty="0" sz="2800" lang="en-IN">
              <a:solidFill>
                <a:srgbClr val="FF0000"/>
              </a:solidFill>
              <a:latin typeface="Times New Roman"/>
              <a:cs typeface="Times New Roman"/>
            </a:endParaRPr>
          </a:p>
          <a:p>
            <a:pPr algn="ctr">
              <a:lnSpc>
                <a:spcPct val="100000"/>
              </a:lnSpc>
              <a:spcBef>
                <a:spcPts val="600"/>
              </a:spcBef>
              <a:spcAft>
                <a:spcPts val="600"/>
              </a:spcAft>
            </a:pPr>
            <a:r>
              <a:rPr b="1" dirty="0" lang="en-IN">
                <a:latin typeface="Times New Roman"/>
                <a:cs typeface="Times New Roman"/>
              </a:rPr>
              <a:t>Accredited with 'A++' Grade by NAAC | Recipients of “Best College Award 2019” by SPPU | </a:t>
            </a:r>
          </a:p>
          <a:p>
            <a:pPr algn="ctr">
              <a:lnSpc>
                <a:spcPct val="100000"/>
              </a:lnSpc>
              <a:spcBef>
                <a:spcPts val="600"/>
              </a:spcBef>
              <a:spcAft>
                <a:spcPts val="1200"/>
              </a:spcAft>
            </a:pPr>
            <a:r>
              <a:rPr b="1" dirty="0" lang="en-IN">
                <a:latin typeface="Times New Roman"/>
                <a:cs typeface="Times New Roman"/>
              </a:rPr>
              <a:t>NBA Accredited </a:t>
            </a:r>
          </a:p>
          <a:p>
            <a:pPr algn="ctr">
              <a:lnSpc>
                <a:spcPct val="100000"/>
              </a:lnSpc>
              <a:spcBef>
                <a:spcPts val="200"/>
              </a:spcBef>
              <a:spcAft>
                <a:spcPts val="200"/>
              </a:spcAft>
            </a:pPr>
            <a:r>
              <a:rPr dirty="0" sz="2200" lang="en-US" spc="-85">
                <a:solidFill>
                  <a:srgbClr val="7030A0"/>
                </a:solidFill>
                <a:latin typeface="Times New Roman"/>
                <a:cs typeface="Times New Roman"/>
              </a:rPr>
              <a:t>A Capstone Project as a Part of </a:t>
            </a:r>
            <a:r>
              <a:rPr altLang="en-IN" dirty="0" sz="2200" lang="en-US" spc="-85">
                <a:solidFill>
                  <a:srgbClr val="7030A0"/>
                </a:solidFill>
                <a:latin typeface="Times New Roman"/>
                <a:cs typeface="Times New Roman"/>
              </a:rPr>
              <a:t>F</a:t>
            </a:r>
            <a:r>
              <a:rPr altLang="en-IN" dirty="0" sz="2200" lang="en-US" spc="-85">
                <a:solidFill>
                  <a:srgbClr val="7030A0"/>
                </a:solidFill>
                <a:latin typeface="Times New Roman"/>
                <a:cs typeface="Times New Roman"/>
              </a:rPr>
              <a:t>.</a:t>
            </a:r>
            <a:r>
              <a:rPr dirty="0" sz="2200" lang="en-US" spc="-85">
                <a:solidFill>
                  <a:srgbClr val="7030A0"/>
                </a:solidFill>
                <a:latin typeface="Times New Roman"/>
                <a:cs typeface="Times New Roman"/>
              </a:rPr>
              <a:t>Y. B. Tech Mechanical </a:t>
            </a:r>
            <a:endParaRPr altLang="en-US" lang="zh-CN"/>
          </a:p>
          <a:p>
            <a:pPr algn="ctr">
              <a:lnSpc>
                <a:spcPct val="100000"/>
              </a:lnSpc>
              <a:spcBef>
                <a:spcPts val="200"/>
              </a:spcBef>
              <a:spcAft>
                <a:spcPts val="200"/>
              </a:spcAft>
            </a:pPr>
            <a:r>
              <a:rPr dirty="0" sz="2200" lang="en-US" spc="-85">
                <a:solidFill>
                  <a:srgbClr val="7030A0"/>
                </a:solidFill>
                <a:latin typeface="Times New Roman"/>
                <a:cs typeface="Times New Roman"/>
              </a:rPr>
              <a:t>E</a:t>
            </a:r>
            <a:r>
              <a:rPr altLang="en-IN" dirty="0" sz="2200" lang="en-US" spc="-85">
                <a:solidFill>
                  <a:srgbClr val="7030A0"/>
                </a:solidFill>
                <a:latin typeface="Times New Roman"/>
                <a:cs typeface="Times New Roman"/>
              </a:rPr>
              <a:t>n</a:t>
            </a:r>
            <a:r>
              <a:rPr altLang="en-IN" dirty="0" sz="2200" lang="en-US" spc="-85">
                <a:solidFill>
                  <a:srgbClr val="7030A0"/>
                </a:solidFill>
                <a:latin typeface="Times New Roman"/>
                <a:cs typeface="Times New Roman"/>
              </a:rPr>
              <a:t>g</a:t>
            </a:r>
            <a:r>
              <a:rPr altLang="en-IN" dirty="0" sz="2200" lang="en-US" spc="-85">
                <a:solidFill>
                  <a:srgbClr val="7030A0"/>
                </a:solidFill>
                <a:latin typeface="Times New Roman"/>
                <a:cs typeface="Times New Roman"/>
              </a:rPr>
              <a:t>i</a:t>
            </a:r>
            <a:r>
              <a:rPr altLang="en-IN" dirty="0" sz="2200" lang="en-US" spc="-85">
                <a:solidFill>
                  <a:srgbClr val="7030A0"/>
                </a:solidFill>
                <a:latin typeface="Times New Roman"/>
                <a:cs typeface="Times New Roman"/>
              </a:rPr>
              <a:t>n</a:t>
            </a:r>
            <a:r>
              <a:rPr altLang="en-IN" dirty="0" sz="2200" lang="en-US" spc="-85">
                <a:solidFill>
                  <a:srgbClr val="7030A0"/>
                </a:solidFill>
                <a:latin typeface="Times New Roman"/>
                <a:cs typeface="Times New Roman"/>
              </a:rPr>
              <a:t>e</a:t>
            </a:r>
            <a:r>
              <a:rPr altLang="en-IN" dirty="0" sz="2200" lang="en-US" spc="-85">
                <a:solidFill>
                  <a:srgbClr val="7030A0"/>
                </a:solidFill>
                <a:latin typeface="Times New Roman"/>
                <a:cs typeface="Times New Roman"/>
              </a:rPr>
              <a:t>e</a:t>
            </a:r>
            <a:r>
              <a:rPr altLang="en-IN" dirty="0" sz="2200" lang="en-US" spc="-85">
                <a:solidFill>
                  <a:srgbClr val="7030A0"/>
                </a:solidFill>
                <a:latin typeface="Times New Roman"/>
                <a:cs typeface="Times New Roman"/>
              </a:rPr>
              <a:t>r</a:t>
            </a:r>
            <a:r>
              <a:rPr altLang="en-IN" dirty="0" sz="2200" lang="en-US" spc="-85">
                <a:solidFill>
                  <a:srgbClr val="7030A0"/>
                </a:solidFill>
                <a:latin typeface="Times New Roman"/>
                <a:cs typeface="Times New Roman"/>
              </a:rPr>
              <a:t>i</a:t>
            </a:r>
            <a:r>
              <a:rPr altLang="en-IN" dirty="0" sz="2200" lang="en-US" spc="-85">
                <a:solidFill>
                  <a:srgbClr val="7030A0"/>
                </a:solidFill>
                <a:latin typeface="Times New Roman"/>
                <a:cs typeface="Times New Roman"/>
              </a:rPr>
              <a:t>n</a:t>
            </a:r>
            <a:r>
              <a:rPr altLang="en-IN" dirty="0" sz="2200" lang="en-US" spc="-85">
                <a:solidFill>
                  <a:srgbClr val="7030A0"/>
                </a:solidFill>
                <a:latin typeface="Times New Roman"/>
                <a:cs typeface="Times New Roman"/>
              </a:rPr>
              <a:t>g</a:t>
            </a:r>
            <a:r>
              <a:rPr altLang="en-IN" dirty="0" sz="2200" lang="en-US" spc="-85">
                <a:solidFill>
                  <a:srgbClr val="7030A0"/>
                </a:solidFill>
                <a:latin typeface="Times New Roman"/>
                <a:cs typeface="Times New Roman"/>
              </a:rPr>
              <a:t> </a:t>
            </a:r>
            <a:r>
              <a:rPr altLang="en-IN" dirty="0" sz="2200" lang="en-US" spc="-85">
                <a:solidFill>
                  <a:srgbClr val="7030A0"/>
                </a:solidFill>
                <a:latin typeface="Times New Roman"/>
                <a:cs typeface="Times New Roman"/>
              </a:rPr>
              <a:t>E</a:t>
            </a:r>
            <a:r>
              <a:rPr altLang="en-IN" dirty="0" sz="2200" lang="en-US" spc="-85">
                <a:solidFill>
                  <a:srgbClr val="7030A0"/>
                </a:solidFill>
                <a:latin typeface="Times New Roman"/>
                <a:cs typeface="Times New Roman"/>
              </a:rPr>
              <a:t>x</a:t>
            </a:r>
            <a:r>
              <a:rPr altLang="en-IN" dirty="0" sz="2200" lang="en-US" spc="-85">
                <a:solidFill>
                  <a:srgbClr val="7030A0"/>
                </a:solidFill>
                <a:latin typeface="Times New Roman"/>
                <a:cs typeface="Times New Roman"/>
              </a:rPr>
              <a:t>p</a:t>
            </a:r>
            <a:r>
              <a:rPr altLang="en-IN" dirty="0" sz="2200" lang="en-US" spc="-85">
                <a:solidFill>
                  <a:srgbClr val="7030A0"/>
                </a:solidFill>
                <a:latin typeface="Times New Roman"/>
                <a:cs typeface="Times New Roman"/>
              </a:rPr>
              <a:t>l</a:t>
            </a:r>
            <a:r>
              <a:rPr altLang="en-IN" dirty="0" sz="2200" lang="en-US" spc="-85">
                <a:solidFill>
                  <a:srgbClr val="7030A0"/>
                </a:solidFill>
                <a:latin typeface="Times New Roman"/>
                <a:cs typeface="Times New Roman"/>
              </a:rPr>
              <a:t>o</a:t>
            </a:r>
            <a:r>
              <a:rPr altLang="en-IN" dirty="0" sz="2200" lang="en-US" spc="-85">
                <a:solidFill>
                  <a:srgbClr val="7030A0"/>
                </a:solidFill>
                <a:latin typeface="Times New Roman"/>
                <a:cs typeface="Times New Roman"/>
              </a:rPr>
              <a:t>r</a:t>
            </a:r>
            <a:r>
              <a:rPr altLang="en-IN" dirty="0" sz="2200" lang="en-US" spc="-85">
                <a:solidFill>
                  <a:srgbClr val="7030A0"/>
                </a:solidFill>
                <a:latin typeface="Times New Roman"/>
                <a:cs typeface="Times New Roman"/>
              </a:rPr>
              <a:t>a</a:t>
            </a:r>
            <a:r>
              <a:rPr altLang="en-IN" dirty="0" sz="2200" lang="en-US" spc="-85">
                <a:solidFill>
                  <a:srgbClr val="7030A0"/>
                </a:solidFill>
                <a:latin typeface="Times New Roman"/>
                <a:cs typeface="Times New Roman"/>
              </a:rPr>
              <a:t>tion</a:t>
            </a:r>
            <a:r>
              <a:rPr altLang="en-IN" dirty="0" sz="2200" lang="en-US" spc="-85">
                <a:solidFill>
                  <a:srgbClr val="7030A0"/>
                </a:solidFill>
                <a:latin typeface="Times New Roman"/>
                <a:cs typeface="Times New Roman"/>
              </a:rPr>
              <a:t> </a:t>
            </a:r>
            <a:r>
              <a:rPr altLang="en-IN" dirty="0" sz="2200" lang="en-US" spc="-85">
                <a:solidFill>
                  <a:srgbClr val="7030A0"/>
                </a:solidFill>
                <a:latin typeface="Times New Roman"/>
                <a:cs typeface="Times New Roman"/>
              </a:rPr>
              <a:t>l</a:t>
            </a:r>
            <a:r>
              <a:rPr altLang="en-IN" dirty="0" sz="2200" lang="en-US" spc="-85">
                <a:solidFill>
                  <a:srgbClr val="7030A0"/>
                </a:solidFill>
                <a:latin typeface="Times New Roman"/>
                <a:cs typeface="Times New Roman"/>
              </a:rPr>
              <a:t>a</a:t>
            </a:r>
            <a:r>
              <a:rPr altLang="en-IN" dirty="0" sz="2200" lang="en-US" spc="-85">
                <a:solidFill>
                  <a:srgbClr val="7030A0"/>
                </a:solidFill>
                <a:latin typeface="Times New Roman"/>
                <a:cs typeface="Times New Roman"/>
              </a:rPr>
              <a:t>b</a:t>
            </a:r>
            <a:r>
              <a:rPr dirty="0" sz="2200" lang="en-US" spc="-85">
                <a:solidFill>
                  <a:srgbClr val="7030A0"/>
                </a:solidFill>
                <a:latin typeface="Times New Roman"/>
                <a:cs typeface="Times New Roman"/>
              </a:rPr>
              <a:t> (E</a:t>
            </a:r>
            <a:r>
              <a:rPr altLang="en-IN" dirty="0" sz="2200" lang="en-US" spc="-85">
                <a:solidFill>
                  <a:srgbClr val="7030A0"/>
                </a:solidFill>
                <a:latin typeface="Times New Roman"/>
                <a:cs typeface="Times New Roman"/>
              </a:rPr>
              <a:t>E</a:t>
            </a:r>
            <a:r>
              <a:rPr dirty="0" sz="2200" lang="en-US" spc="-85">
                <a:solidFill>
                  <a:srgbClr val="7030A0"/>
                </a:solidFill>
                <a:latin typeface="Times New Roman"/>
                <a:cs typeface="Times New Roman"/>
              </a:rPr>
              <a:t>L) Course </a:t>
            </a:r>
            <a:endParaRPr altLang="en-US" lang="zh-CN"/>
          </a:p>
          <a:p>
            <a:pPr algn="ctr">
              <a:lnSpc>
                <a:spcPct val="100000"/>
              </a:lnSpc>
              <a:spcBef>
                <a:spcPts val="200"/>
              </a:spcBef>
              <a:spcAft>
                <a:spcPts val="200"/>
              </a:spcAft>
            </a:pPr>
            <a:r>
              <a:rPr dirty="0" sz="2200" lang="en-US" spc="-85">
                <a:solidFill>
                  <a:srgbClr val="FF0000"/>
                </a:solidFill>
                <a:latin typeface="Times New Roman"/>
                <a:cs typeface="Times New Roman"/>
              </a:rPr>
              <a:t>Project Presentation</a:t>
            </a:r>
          </a:p>
          <a:p>
            <a:pPr algn="ctr">
              <a:lnSpc>
                <a:spcPct val="100000"/>
              </a:lnSpc>
              <a:spcBef>
                <a:spcPts val="200"/>
              </a:spcBef>
              <a:spcAft>
                <a:spcPts val="200"/>
              </a:spcAft>
            </a:pPr>
            <a:r>
              <a:rPr dirty="0" sz="2200" lang="en-IN" spc="-15">
                <a:solidFill>
                  <a:srgbClr val="7030A0"/>
                </a:solidFill>
                <a:latin typeface="Times New Roman"/>
                <a:cs typeface="Times New Roman"/>
              </a:rPr>
              <a:t>(Sem-I, </a:t>
            </a:r>
            <a:r>
              <a:rPr altLang="en-IN" dirty="0" sz="2200" lang="en-US" spc="-15">
                <a:solidFill>
                  <a:srgbClr val="7030A0"/>
                </a:solidFill>
                <a:latin typeface="Times New Roman"/>
                <a:cs typeface="Times New Roman"/>
              </a:rPr>
              <a:t>F</a:t>
            </a:r>
            <a:r>
              <a:rPr altLang="en-IN" dirty="0" sz="2200" lang="en-US" spc="-15">
                <a:solidFill>
                  <a:srgbClr val="7030A0"/>
                </a:solidFill>
                <a:latin typeface="Times New Roman"/>
                <a:cs typeface="Times New Roman"/>
              </a:rPr>
              <a:t>.</a:t>
            </a:r>
            <a:r>
              <a:rPr dirty="0" sz="2200" lang="en-IN" spc="-15">
                <a:solidFill>
                  <a:srgbClr val="7030A0"/>
                </a:solidFill>
                <a:latin typeface="Times New Roman"/>
                <a:cs typeface="Times New Roman"/>
              </a:rPr>
              <a:t>Y. 2025-26) </a:t>
            </a:r>
            <a:endParaRPr altLang="en-US" lang="zh-CN"/>
          </a:p>
          <a:p>
            <a:pPr algn="ctr" marL="1740535" marR="1732914"/>
            <a:r>
              <a:rPr dirty="0" sz="2200" lang="en-IN" spc="-750">
                <a:latin typeface="Times New Roman"/>
                <a:cs typeface="Times New Roman"/>
              </a:rPr>
              <a:t> </a:t>
            </a:r>
            <a:r>
              <a:rPr dirty="0" sz="2200" lang="en-IN" spc="5">
                <a:latin typeface="Times New Roman"/>
                <a:cs typeface="Times New Roman"/>
              </a:rPr>
              <a:t>on</a:t>
            </a:r>
            <a:endParaRPr dirty="0" sz="2200" lang="en-IN">
              <a:latin typeface="Times New Roman"/>
              <a:cs typeface="Times New Roman"/>
            </a:endParaRPr>
          </a:p>
          <a:p>
            <a:pPr algn="ctr" marL="1084580" marR="1075055">
              <a:spcBef>
                <a:spcPts val="340"/>
              </a:spcBef>
            </a:pPr>
            <a:r>
              <a:rPr b="1" dirty="0" sz="3200" lang="en-US" spc="5">
                <a:solidFill>
                  <a:srgbClr val="FF0000"/>
                </a:solidFill>
                <a:latin typeface="Times New Roman"/>
                <a:cs typeface="Times New Roman"/>
              </a:rPr>
              <a:t>Waste segregation project using Arduino</a:t>
            </a:r>
          </a:p>
          <a:p>
            <a:pPr algn="ctr" marL="1084580" marR="1075055">
              <a:spcBef>
                <a:spcPts val="340"/>
              </a:spcBef>
            </a:pPr>
            <a:r>
              <a:rPr b="1" dirty="0" sz="2200" lang="en-IN" spc="5">
                <a:latin typeface="Times New Roman"/>
                <a:cs typeface="Times New Roman"/>
              </a:rPr>
              <a:t>Presented By</a:t>
            </a:r>
          </a:p>
          <a:p>
            <a:pPr algn="ctr" marL="1084580" marR="1075055">
              <a:spcBef>
                <a:spcPts val="340"/>
              </a:spcBef>
            </a:pP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dirty="0" sz="2400" lang="en-IN" spc="5">
                <a:latin typeface="Times New Roman"/>
                <a:cs typeface="Times New Roman"/>
              </a:rPr>
              <a:t>1. (B2</a:t>
            </a:r>
            <a:r>
              <a:rPr altLang="en-IN" dirty="0" sz="2400" lang="en-US" spc="5">
                <a:latin typeface="Times New Roman"/>
                <a:cs typeface="Times New Roman"/>
              </a:rPr>
              <a:t>5</a:t>
            </a:r>
            <a:r>
              <a:rPr dirty="0" sz="2400" lang="en-IN" spc="5">
                <a:latin typeface="Times New Roman"/>
                <a:cs typeface="Times New Roman"/>
              </a:rPr>
              <a:t>ME11</a:t>
            </a:r>
            <a:r>
              <a:rPr altLang="en-IN" dirty="0" sz="2400" lang="en-US" spc="5">
                <a:latin typeface="Times New Roman"/>
                <a:cs typeface="Times New Roman"/>
              </a:rPr>
              <a:t>1</a:t>
            </a:r>
            <a:r>
              <a:rPr dirty="0" sz="2400" lang="en-IN" spc="5">
                <a:latin typeface="Times New Roman"/>
                <a:cs typeface="Times New Roman"/>
              </a:rPr>
              <a:t>2) </a:t>
            </a:r>
            <a:r>
              <a:rPr altLang="en-IN" dirty="0" sz="2400" lang="en-US" spc="-5">
                <a:latin typeface="Times New Roman"/>
                <a:cs typeface="Times New Roman"/>
              </a:rPr>
              <a:t>R</a:t>
            </a:r>
            <a:r>
              <a:rPr altLang="en-IN" dirty="0" sz="2400" lang="en-US" spc="-5">
                <a:latin typeface="Times New Roman"/>
                <a:cs typeface="Times New Roman"/>
              </a:rPr>
              <a:t>o</a:t>
            </a:r>
            <a:r>
              <a:rPr altLang="en-IN" dirty="0" sz="2400" lang="en-US" spc="-5">
                <a:latin typeface="Times New Roman"/>
                <a:cs typeface="Times New Roman"/>
              </a:rPr>
              <a:t>h</a:t>
            </a:r>
            <a:r>
              <a:rPr altLang="en-IN" dirty="0" sz="2400" lang="en-US" spc="-5">
                <a:latin typeface="Times New Roman"/>
                <a:cs typeface="Times New Roman"/>
              </a:rPr>
              <a:t>i</a:t>
            </a:r>
            <a:r>
              <a:rPr altLang="en-IN" dirty="0" sz="2400" lang="en-US" spc="-5">
                <a:latin typeface="Times New Roman"/>
                <a:cs typeface="Times New Roman"/>
              </a:rPr>
              <a:t>t</a:t>
            </a:r>
            <a:r>
              <a:rPr altLang="en-IN" dirty="0" sz="2400" lang="en-US" spc="-5">
                <a:latin typeface="Times New Roman"/>
                <a:cs typeface="Times New Roman"/>
              </a:rPr>
              <a:t> </a:t>
            </a:r>
            <a:r>
              <a:rPr altLang="en-IN" dirty="0" sz="2400" lang="en-US" spc="-5">
                <a:latin typeface="Times New Roman"/>
                <a:cs typeface="Times New Roman"/>
              </a:rPr>
              <a:t>Yadav</a:t>
            </a:r>
            <a:r>
              <a:rPr altLang="en-IN" dirty="0" sz="2400" lang="en-US" spc="-5">
                <a:latin typeface="Times New Roman"/>
                <a:cs typeface="Times New Roman"/>
              </a:rPr>
              <a:t> </a:t>
            </a:r>
            <a:endParaRPr altLang="en-US" lang="zh-CN"/>
          </a:p>
          <a:p>
            <a:pPr algn="ctr" marL="1084580" marR="1075055">
              <a:lnSpc>
                <a:spcPct val="150000"/>
              </a:lnSpc>
              <a:spcBef>
                <a:spcPts val="340"/>
              </a:spcBef>
            </a:pPr>
            <a:r>
              <a:rPr dirty="0" sz="2400" lang="en-IN" spc="5">
                <a:latin typeface="Times New Roman"/>
                <a:cs typeface="Times New Roman"/>
              </a:rPr>
              <a:t>    </a:t>
            </a:r>
            <a:r>
              <a:rPr altLang="en-IN" dirty="0" sz="2400" lang="en-US" spc="5">
                <a:latin typeface="Times New Roman"/>
                <a:cs typeface="Times New Roman"/>
              </a:rPr>
              <a:t> </a:t>
            </a:r>
            <a:r>
              <a:rPr dirty="0" sz="2400" lang="en-IN" spc="5">
                <a:latin typeface="Times New Roman"/>
                <a:cs typeface="Times New Roman"/>
              </a:rPr>
              <a:t> 2. (B2</a:t>
            </a:r>
            <a:r>
              <a:rPr altLang="en-IN" dirty="0" sz="2400" lang="en-US" spc="5">
                <a:latin typeface="Times New Roman"/>
                <a:cs typeface="Times New Roman"/>
              </a:rPr>
              <a:t>5</a:t>
            </a:r>
            <a:r>
              <a:rPr dirty="0" sz="2400" lang="en-IN" spc="5">
                <a:latin typeface="Times New Roman"/>
                <a:cs typeface="Times New Roman"/>
              </a:rPr>
              <a:t>ME11</a:t>
            </a:r>
            <a:r>
              <a:rPr altLang="en-IN" dirty="0" sz="2400" lang="en-US" spc="5">
                <a:latin typeface="Times New Roman"/>
                <a:cs typeface="Times New Roman"/>
              </a:rPr>
              <a:t>0</a:t>
            </a:r>
            <a:r>
              <a:rPr altLang="en-IN" dirty="0" sz="2400" lang="en-US" spc="5">
                <a:latin typeface="Times New Roman"/>
                <a:cs typeface="Times New Roman"/>
              </a:rPr>
              <a:t>4</a:t>
            </a:r>
            <a:r>
              <a:rPr dirty="0" sz="2400" lang="en-IN" spc="5">
                <a:latin typeface="Times New Roman"/>
                <a:cs typeface="Times New Roman"/>
              </a:rPr>
              <a:t>) </a:t>
            </a:r>
            <a:r>
              <a:rPr altLang="en-IN" dirty="0" sz="2400" lang="en-US" spc="-5">
                <a:latin typeface="Times New Roman"/>
                <a:cs typeface="Times New Roman"/>
              </a:rPr>
              <a:t>J</a:t>
            </a:r>
            <a:r>
              <a:rPr altLang="en-IN" dirty="0" sz="2400" lang="en-US" spc="-5">
                <a:latin typeface="Times New Roman"/>
                <a:cs typeface="Times New Roman"/>
              </a:rPr>
              <a:t>a</a:t>
            </a:r>
            <a:r>
              <a:rPr altLang="en-IN" dirty="0" sz="2400" lang="en-US" spc="-5">
                <a:latin typeface="Times New Roman"/>
                <a:cs typeface="Times New Roman"/>
              </a:rPr>
              <a:t>y</a:t>
            </a:r>
            <a:r>
              <a:rPr altLang="en-IN" dirty="0" sz="2400" lang="en-US" spc="-5">
                <a:latin typeface="Times New Roman"/>
                <a:cs typeface="Times New Roman"/>
              </a:rPr>
              <a:t>r</a:t>
            </a:r>
            <a:r>
              <a:rPr altLang="en-IN" dirty="0" sz="2400" lang="en-US" spc="-5">
                <a:latin typeface="Times New Roman"/>
                <a:cs typeface="Times New Roman"/>
              </a:rPr>
              <a:t>a</a:t>
            </a:r>
            <a:r>
              <a:rPr altLang="en-IN" dirty="0" sz="2400" lang="en-US" spc="-5">
                <a:latin typeface="Times New Roman"/>
                <a:cs typeface="Times New Roman"/>
              </a:rPr>
              <a:t>j</a:t>
            </a:r>
            <a:r>
              <a:rPr altLang="en-IN" dirty="0" sz="2400" lang="en-US" spc="-5">
                <a:latin typeface="Times New Roman"/>
                <a:cs typeface="Times New Roman"/>
              </a:rPr>
              <a:t> </a:t>
            </a:r>
            <a:r>
              <a:rPr altLang="en-IN" dirty="0" sz="2400" lang="en-US" spc="-5">
                <a:latin typeface="Times New Roman"/>
                <a:cs typeface="Times New Roman"/>
              </a:rPr>
              <a:t>N</a:t>
            </a:r>
            <a:r>
              <a:rPr altLang="en-IN" dirty="0" sz="2400" lang="en-US" spc="-5">
                <a:latin typeface="Times New Roman"/>
                <a:cs typeface="Times New Roman"/>
              </a:rPr>
              <a:t>i</a:t>
            </a:r>
            <a:r>
              <a:rPr altLang="en-IN" dirty="0" sz="2400" lang="en-US" spc="-5">
                <a:latin typeface="Times New Roman"/>
                <a:cs typeface="Times New Roman"/>
              </a:rPr>
              <a:t>k</a:t>
            </a:r>
            <a:r>
              <a:rPr altLang="en-IN" dirty="0" sz="2400" lang="en-US" spc="-5">
                <a:latin typeface="Times New Roman"/>
                <a:cs typeface="Times New Roman"/>
              </a:rPr>
              <a:t>a</a:t>
            </a:r>
            <a:r>
              <a:rPr altLang="en-IN" dirty="0" sz="2400" lang="en-US" spc="-5">
                <a:latin typeface="Times New Roman"/>
                <a:cs typeface="Times New Roman"/>
              </a:rPr>
              <a:t>m</a:t>
            </a:r>
            <a:r>
              <a:rPr altLang="en-IN" dirty="0" sz="2400" lang="en-US" spc="-5">
                <a:latin typeface="Times New Roman"/>
                <a:cs typeface="Times New Roman"/>
              </a:rPr>
              <a:t> </a:t>
            </a:r>
            <a:r>
              <a:rPr altLang="en-IN" dirty="0" sz="2400" lang="en-US" spc="-5">
                <a:latin typeface="Times New Roman"/>
                <a:cs typeface="Times New Roman"/>
              </a:rPr>
              <a:t> </a:t>
            </a:r>
            <a:endParaRPr dirty="0" sz="2400" lang="en-IN" spc="-5">
              <a:latin typeface="Times New Roman"/>
              <a:cs typeface="Times New Roman"/>
            </a:endParaRPr>
          </a:p>
          <a:p>
            <a:pPr algn="ctr" marL="1084580" marR="1075055">
              <a:lnSpc>
                <a:spcPct val="150000"/>
              </a:lnSpc>
              <a:spcBef>
                <a:spcPts val="340"/>
              </a:spcBef>
            </a:pPr>
            <a:r>
              <a:rPr dirty="0" sz="2400" lang="en-IN" spc="-5">
                <a:latin typeface="Times New Roman"/>
                <a:cs typeface="Times New Roman"/>
              </a:rPr>
              <a:t>    3. </a:t>
            </a:r>
            <a:r>
              <a:rPr dirty="0" sz="2400" lang="en-IN" spc="5">
                <a:latin typeface="Times New Roman"/>
                <a:cs typeface="Times New Roman"/>
              </a:rPr>
              <a:t>(B2</a:t>
            </a:r>
            <a:r>
              <a:rPr altLang="en-IN" dirty="0" sz="2400" lang="en-US" spc="5">
                <a:latin typeface="Times New Roman"/>
                <a:cs typeface="Times New Roman"/>
              </a:rPr>
              <a:t>5</a:t>
            </a:r>
            <a:r>
              <a:rPr dirty="0" sz="2400" lang="en-IN" spc="5">
                <a:latin typeface="Times New Roman"/>
                <a:cs typeface="Times New Roman"/>
              </a:rPr>
              <a:t>ME11</a:t>
            </a:r>
            <a:r>
              <a:rPr altLang="en-IN" dirty="0" sz="2400" lang="en-US" spc="5">
                <a:latin typeface="Times New Roman"/>
                <a:cs typeface="Times New Roman"/>
              </a:rPr>
              <a:t>1</a:t>
            </a:r>
            <a:r>
              <a:rPr altLang="en-IN" dirty="0" sz="2400" lang="en-US" spc="5">
                <a:latin typeface="Times New Roman"/>
                <a:cs typeface="Times New Roman"/>
              </a:rPr>
              <a:t>0</a:t>
            </a:r>
            <a:r>
              <a:rPr dirty="0" sz="2400" lang="en-IN" spc="5">
                <a:latin typeface="Times New Roman"/>
                <a:cs typeface="Times New Roman"/>
              </a:rPr>
              <a:t>) </a:t>
            </a:r>
            <a:r>
              <a:rPr altLang="en-IN" dirty="0" sz="2400" lang="en-US" spc="-5">
                <a:latin typeface="Times New Roman"/>
                <a:cs typeface="Times New Roman"/>
              </a:rPr>
              <a:t>A</a:t>
            </a:r>
            <a:r>
              <a:rPr altLang="en-IN" dirty="0" sz="2400" lang="en-US" spc="-5">
                <a:latin typeface="Times New Roman"/>
                <a:cs typeface="Times New Roman"/>
              </a:rPr>
              <a:t>d</a:t>
            </a:r>
            <a:r>
              <a:rPr altLang="en-IN" dirty="0" sz="2400" lang="en-US" spc="-5">
                <a:latin typeface="Times New Roman"/>
                <a:cs typeface="Times New Roman"/>
              </a:rPr>
              <a:t>i</a:t>
            </a:r>
            <a:r>
              <a:rPr altLang="en-IN" dirty="0" sz="2400" lang="en-US" spc="-5">
                <a:latin typeface="Times New Roman"/>
                <a:cs typeface="Times New Roman"/>
              </a:rPr>
              <a:t>t</a:t>
            </a:r>
            <a:r>
              <a:rPr altLang="en-IN" dirty="0" sz="2400" lang="en-US" spc="-5">
                <a:latin typeface="Times New Roman"/>
                <a:cs typeface="Times New Roman"/>
              </a:rPr>
              <a:t>y</a:t>
            </a:r>
            <a:r>
              <a:rPr altLang="en-IN" dirty="0" sz="2400" lang="en-US" spc="-5">
                <a:latin typeface="Times New Roman"/>
                <a:cs typeface="Times New Roman"/>
              </a:rPr>
              <a:t>a</a:t>
            </a:r>
            <a:r>
              <a:rPr altLang="en-IN" dirty="0" sz="2400" lang="en-US" spc="-5">
                <a:latin typeface="Times New Roman"/>
                <a:cs typeface="Times New Roman"/>
              </a:rPr>
              <a:t> </a:t>
            </a:r>
            <a:r>
              <a:rPr altLang="en-IN" dirty="0" sz="2400" lang="en-US" spc="-5">
                <a:latin typeface="Times New Roman"/>
                <a:cs typeface="Times New Roman"/>
              </a:rPr>
              <a:t>R</a:t>
            </a:r>
            <a:r>
              <a:rPr altLang="en-IN" dirty="0" sz="2400" lang="en-US" spc="-5">
                <a:latin typeface="Times New Roman"/>
                <a:cs typeface="Times New Roman"/>
              </a:rPr>
              <a:t>a</a:t>
            </a:r>
            <a:r>
              <a:rPr altLang="en-IN" dirty="0" sz="2400" lang="en-US" spc="-5">
                <a:latin typeface="Times New Roman"/>
                <a:cs typeface="Times New Roman"/>
              </a:rPr>
              <a:t>j</a:t>
            </a:r>
            <a:r>
              <a:rPr altLang="en-IN" dirty="0" sz="2400" lang="en-US" spc="-5">
                <a:latin typeface="Times New Roman"/>
                <a:cs typeface="Times New Roman"/>
              </a:rPr>
              <a:t>e</a:t>
            </a:r>
            <a:endParaRPr altLang="en-US" lang="zh-CN"/>
          </a:p>
          <a:p>
            <a:pPr algn="ctr" marL="1084580" marR="1075055">
              <a:lnSpc>
                <a:spcPct val="150000"/>
              </a:lnSpc>
              <a:spcBef>
                <a:spcPts val="340"/>
              </a:spcBef>
            </a:pP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altLang="en-IN" dirty="0" sz="2400" lang="en-US" spc="5">
                <a:latin typeface="Times New Roman"/>
                <a:cs typeface="Times New Roman"/>
              </a:rPr>
              <a:t> </a:t>
            </a:r>
            <a:r>
              <a:rPr dirty="0" sz="2400" lang="en-IN" spc="5">
                <a:latin typeface="Times New Roman"/>
                <a:cs typeface="Times New Roman"/>
              </a:rPr>
              <a:t>4.  (B24ME11</a:t>
            </a:r>
            <a:r>
              <a:rPr altLang="en-IN" dirty="0" sz="2400" lang="en-US" spc="5">
                <a:latin typeface="Times New Roman"/>
                <a:cs typeface="Times New Roman"/>
              </a:rPr>
              <a:t>0</a:t>
            </a:r>
            <a:r>
              <a:rPr altLang="en-IN" dirty="0" sz="2400" lang="en-US" spc="5">
                <a:latin typeface="Times New Roman"/>
                <a:cs typeface="Times New Roman"/>
              </a:rPr>
              <a:t>5</a:t>
            </a:r>
            <a:r>
              <a:rPr dirty="0" sz="2400" lang="en-IN" spc="5">
                <a:latin typeface="Times New Roman"/>
                <a:cs typeface="Times New Roman"/>
              </a:rPr>
              <a:t>) </a:t>
            </a:r>
            <a:r>
              <a:rPr altLang="en-IN" dirty="0" sz="2400" lang="en-US" spc="-5">
                <a:latin typeface="Times New Roman"/>
                <a:cs typeface="Times New Roman"/>
              </a:rPr>
              <a:t>A</a:t>
            </a:r>
            <a:r>
              <a:rPr altLang="en-IN" dirty="0" sz="2400" lang="en-US" spc="-5">
                <a:latin typeface="Times New Roman"/>
                <a:cs typeface="Times New Roman"/>
              </a:rPr>
              <a:t>t</a:t>
            </a:r>
            <a:r>
              <a:rPr altLang="en-IN" dirty="0" sz="2400" lang="en-US" spc="-5">
                <a:latin typeface="Times New Roman"/>
                <a:cs typeface="Times New Roman"/>
              </a:rPr>
              <a:t>h</a:t>
            </a:r>
            <a:r>
              <a:rPr altLang="en-IN" dirty="0" sz="2400" lang="en-US" spc="-5">
                <a:latin typeface="Times New Roman"/>
                <a:cs typeface="Times New Roman"/>
              </a:rPr>
              <a:t>arva</a:t>
            </a:r>
            <a:r>
              <a:rPr altLang="en-IN" dirty="0" sz="2400" lang="en-US" spc="-5">
                <a:latin typeface="Times New Roman"/>
                <a:cs typeface="Times New Roman"/>
              </a:rPr>
              <a:t> </a:t>
            </a:r>
            <a:r>
              <a:rPr altLang="en-IN" dirty="0" sz="2400" lang="en-US" spc="-5">
                <a:latin typeface="Times New Roman"/>
                <a:cs typeface="Times New Roman"/>
              </a:rPr>
              <a:t>p</a:t>
            </a:r>
            <a:r>
              <a:rPr altLang="en-IN" dirty="0" sz="2400" lang="en-US" spc="-5">
                <a:latin typeface="Times New Roman"/>
                <a:cs typeface="Times New Roman"/>
              </a:rPr>
              <a:t>a</a:t>
            </a:r>
            <a:r>
              <a:rPr altLang="en-IN" dirty="0" sz="2400" lang="en-US" spc="-5">
                <a:latin typeface="Times New Roman"/>
                <a:cs typeface="Times New Roman"/>
              </a:rPr>
              <a:t>r</a:t>
            </a:r>
            <a:r>
              <a:rPr altLang="en-IN" dirty="0" sz="2400" lang="en-US" spc="-5">
                <a:latin typeface="Times New Roman"/>
                <a:cs typeface="Times New Roman"/>
              </a:rPr>
              <a:t>d</a:t>
            </a:r>
            <a:r>
              <a:rPr altLang="en-IN" dirty="0" sz="2400" lang="en-US" spc="-5">
                <a:latin typeface="Times New Roman"/>
                <a:cs typeface="Times New Roman"/>
              </a:rPr>
              <a:t>e</a:t>
            </a:r>
            <a:r>
              <a:rPr altLang="en-IN" dirty="0" sz="2400" lang="en-US" spc="-5">
                <a:latin typeface="Times New Roman"/>
                <a:cs typeface="Times New Roman"/>
              </a:rPr>
              <a:t>s</a:t>
            </a:r>
            <a:r>
              <a:rPr altLang="en-IN" dirty="0" sz="2400" lang="en-US" spc="-5">
                <a:latin typeface="Times New Roman"/>
                <a:cs typeface="Times New Roman"/>
              </a:rPr>
              <a:t>h</a:t>
            </a:r>
            <a:r>
              <a:rPr altLang="en-IN" dirty="0" sz="2400" lang="en-US" spc="-5">
                <a:latin typeface="Times New Roman"/>
                <a:cs typeface="Times New Roman"/>
              </a:rPr>
              <a:t>i</a:t>
            </a:r>
            <a:endParaRPr b="1" dirty="0" sz="2200" lang="en-IN" spc="5">
              <a:solidFill>
                <a:srgbClr val="FF0000"/>
              </a:solidFill>
              <a:latin typeface="Times New Roman"/>
              <a:cs typeface="Times New Roman"/>
            </a:endParaRPr>
          </a:p>
          <a:p>
            <a:pPr algn="ctr" marL="1084580" marR="1075055">
              <a:lnSpc>
                <a:spcPct val="150000"/>
              </a:lnSpc>
              <a:spcBef>
                <a:spcPts val="340"/>
              </a:spcBef>
            </a:pPr>
            <a:r>
              <a:rPr altLang="en-IN" b="1" dirty="0" sz="2400" lang="en-US" spc="-5" err="1">
                <a:solidFill>
                  <a:srgbClr val="000000"/>
                </a:solidFill>
                <a:latin typeface="Times New Roman"/>
                <a:cs typeface="Times New Roman"/>
              </a:rPr>
              <a:t>. </a:t>
            </a:r>
            <a:r>
              <a:rPr altLang="en-IN" b="1" dirty="0" sz="2400" lang="en-US" spc="-5" err="1">
                <a:solidFill>
                  <a:srgbClr val="000000"/>
                </a:solidFill>
                <a:latin typeface="Times New Roman"/>
                <a:cs typeface="Times New Roman"/>
              </a:rPr>
              <a:t> </a:t>
            </a:r>
            <a:r>
              <a:rPr altLang="en-IN" b="1" dirty="0" sz="2400" lang="en-US" spc="-5" err="1">
                <a:solidFill>
                  <a:srgbClr val="000000"/>
                </a:solidFill>
                <a:latin typeface="Times New Roman"/>
                <a:cs typeface="Times New Roman"/>
              </a:rPr>
              <a:t> </a:t>
            </a:r>
            <a:r>
              <a:rPr altLang="en-IN" b="1" dirty="0" sz="2400" lang="en-US" spc="-5" err="1">
                <a:solidFill>
                  <a:srgbClr val="000000"/>
                </a:solidFill>
                <a:latin typeface="Times New Roman"/>
                <a:cs typeface="Times New Roman"/>
              </a:rPr>
              <a:t> </a:t>
            </a:r>
            <a:r>
              <a:rPr altLang="en-IN" b="1" dirty="0" sz="2400" lang="en-US" spc="-5" err="1">
                <a:solidFill>
                  <a:srgbClr val="000000"/>
                </a:solidFill>
                <a:latin typeface="Times New Roman"/>
                <a:cs typeface="Times New Roman"/>
              </a:rPr>
              <a:t> </a:t>
            </a:r>
            <a:r>
              <a:rPr altLang="en-IN" b="1" dirty="0" sz="2400" lang="en-US" spc="-5" err="1">
                <a:solidFill>
                  <a:srgbClr val="000000"/>
                </a:solidFill>
                <a:latin typeface="Times New Roman"/>
                <a:cs typeface="Times New Roman"/>
              </a:rPr>
              <a:t> </a:t>
            </a:r>
            <a:r>
              <a:rPr altLang="en-IN" b="1" dirty="0" sz="2400" lang="en-US" spc="-5" err="1">
                <a:solidFill>
                  <a:srgbClr val="000000"/>
                </a:solidFill>
                <a:latin typeface="Times New Roman"/>
                <a:cs typeface="Times New Roman"/>
              </a:rPr>
              <a:t> </a:t>
            </a:r>
            <a:r>
              <a:rPr altLang="en-IN" b="1" dirty="0" sz="2400" lang="en-US" spc="-5" err="1">
                <a:solidFill>
                  <a:srgbClr val="000000"/>
                </a:solidFill>
                <a:latin typeface="Times New Roman"/>
                <a:cs typeface="Times New Roman"/>
              </a:rPr>
              <a:t>5</a:t>
            </a:r>
            <a:r>
              <a:rPr altLang="en-IN" b="1" dirty="0" sz="2400" lang="en-US" spc="-5" err="1">
                <a:solidFill>
                  <a:srgbClr val="000000"/>
                </a:solidFill>
                <a:latin typeface="Times New Roman"/>
                <a:cs typeface="Times New Roman"/>
              </a:rPr>
              <a:t>.</a:t>
            </a:r>
            <a:r>
              <a:rPr altLang="en-IN" b="1" dirty="0" sz="2400" lang="en-US" spc="-5" err="1">
                <a:solidFill>
                  <a:srgbClr val="000000"/>
                </a:solidFill>
                <a:latin typeface="Times New Roman"/>
                <a:cs typeface="Times New Roman"/>
              </a:rPr>
              <a:t>(</a:t>
            </a:r>
            <a:r>
              <a:rPr altLang="en-IN" b="0" dirty="0" sz="2400" lang="en-US" spc="-5" err="1">
                <a:solidFill>
                  <a:srgbClr val="000000"/>
                </a:solidFill>
                <a:latin typeface="Times New Roman"/>
                <a:cs typeface="Times New Roman"/>
              </a:rPr>
              <a:t>B</a:t>
            </a:r>
            <a:r>
              <a:rPr altLang="en-IN" b="0" dirty="0" sz="2400" lang="en-US" spc="-5" err="1">
                <a:solidFill>
                  <a:srgbClr val="000000"/>
                </a:solidFill>
                <a:latin typeface="Times New Roman"/>
                <a:cs typeface="Times New Roman"/>
              </a:rPr>
              <a:t>2</a:t>
            </a:r>
            <a:r>
              <a:rPr altLang="en-IN" b="0" dirty="0" sz="2400" lang="en-US" spc="-5" err="1">
                <a:solidFill>
                  <a:srgbClr val="000000"/>
                </a:solidFill>
                <a:latin typeface="Times New Roman"/>
                <a:cs typeface="Times New Roman"/>
              </a:rPr>
              <a:t>5</a:t>
            </a:r>
            <a:r>
              <a:rPr altLang="en-IN" b="0" dirty="0" sz="2400" lang="en-US" spc="-5" err="1">
                <a:solidFill>
                  <a:srgbClr val="000000"/>
                </a:solidFill>
                <a:latin typeface="Times New Roman"/>
                <a:cs typeface="Times New Roman"/>
              </a:rPr>
              <a:t>M</a:t>
            </a:r>
            <a:r>
              <a:rPr altLang="en-IN" b="0" dirty="0" sz="2400" lang="en-US" spc="-5" err="1">
                <a:solidFill>
                  <a:srgbClr val="000000"/>
                </a:solidFill>
                <a:latin typeface="Times New Roman"/>
                <a:cs typeface="Times New Roman"/>
              </a:rPr>
              <a:t>E</a:t>
            </a:r>
            <a:r>
              <a:rPr altLang="en-IN" b="0" dirty="0" sz="2400" lang="en-US" spc="-5" err="1">
                <a:solidFill>
                  <a:srgbClr val="000000"/>
                </a:solidFill>
                <a:latin typeface="Times New Roman"/>
                <a:cs typeface="Times New Roman"/>
              </a:rPr>
              <a:t>1</a:t>
            </a:r>
            <a:r>
              <a:rPr altLang="en-IN" b="0" dirty="0" sz="2400" lang="en-US" spc="-5" err="1">
                <a:solidFill>
                  <a:srgbClr val="000000"/>
                </a:solidFill>
                <a:latin typeface="Times New Roman"/>
                <a:cs typeface="Times New Roman"/>
              </a:rPr>
              <a:t>0</a:t>
            </a:r>
            <a:r>
              <a:rPr altLang="en-IN" b="0" dirty="0" sz="2400" lang="en-US" spc="-5" err="1">
                <a:solidFill>
                  <a:srgbClr val="000000"/>
                </a:solidFill>
                <a:latin typeface="Times New Roman"/>
                <a:cs typeface="Times New Roman"/>
              </a:rPr>
              <a:t>9</a:t>
            </a:r>
            <a:r>
              <a:rPr altLang="en-IN" b="0" dirty="0" sz="2400" lang="en-US" spc="-5" err="1">
                <a:solidFill>
                  <a:srgbClr val="000000"/>
                </a:solidFill>
                <a:latin typeface="Times New Roman"/>
                <a:cs typeface="Times New Roman"/>
              </a:rPr>
              <a:t>8</a:t>
            </a:r>
            <a:r>
              <a:rPr altLang="en-IN" b="1" dirty="0" sz="2400" lang="en-US" spc="-5" err="1">
                <a:solidFill>
                  <a:srgbClr val="000000"/>
                </a:solidFill>
                <a:latin typeface="Times New Roman"/>
                <a:cs typeface="Times New Roman"/>
              </a:rPr>
              <a:t>)</a:t>
            </a:r>
            <a:r>
              <a:rPr altLang="en-IN" b="1" dirty="0" sz="2400" lang="en-US" spc="-5" err="1">
                <a:solidFill>
                  <a:srgbClr val="000000"/>
                </a:solidFill>
                <a:latin typeface="Times New Roman"/>
                <a:cs typeface="Times New Roman"/>
              </a:rPr>
              <a:t> </a:t>
            </a:r>
            <a:r>
              <a:rPr altLang="en-IN" b="0" dirty="0" sz="2400" lang="en-US" spc="-5" err="1">
                <a:solidFill>
                  <a:srgbClr val="000000"/>
                </a:solidFill>
                <a:latin typeface="Times New Roman"/>
                <a:cs typeface="Times New Roman"/>
              </a:rPr>
              <a:t>N</a:t>
            </a:r>
            <a:r>
              <a:rPr altLang="en-IN" b="0" dirty="0" sz="2400" lang="en-US" spc="-5" err="1">
                <a:solidFill>
                  <a:srgbClr val="000000"/>
                </a:solidFill>
                <a:latin typeface="Times New Roman"/>
                <a:cs typeface="Times New Roman"/>
              </a:rPr>
              <a:t>i</a:t>
            </a:r>
            <a:r>
              <a:rPr altLang="en-IN" b="0" dirty="0" sz="2400" lang="en-US" spc="-5" err="1">
                <a:solidFill>
                  <a:srgbClr val="000000"/>
                </a:solidFill>
                <a:latin typeface="Times New Roman"/>
                <a:cs typeface="Times New Roman"/>
              </a:rPr>
              <a:t>k</a:t>
            </a:r>
            <a:r>
              <a:rPr altLang="en-IN" b="0" dirty="0" sz="2400" lang="en-US" spc="-5" err="1">
                <a:solidFill>
                  <a:srgbClr val="000000"/>
                </a:solidFill>
                <a:latin typeface="Times New Roman"/>
                <a:cs typeface="Times New Roman"/>
              </a:rPr>
              <a:t>h</a:t>
            </a:r>
            <a:r>
              <a:rPr altLang="en-IN" b="0" dirty="0" sz="2400" lang="en-US" spc="-5" err="1">
                <a:solidFill>
                  <a:srgbClr val="000000"/>
                </a:solidFill>
                <a:latin typeface="Times New Roman"/>
                <a:cs typeface="Times New Roman"/>
              </a:rPr>
              <a:t>i</a:t>
            </a:r>
            <a:r>
              <a:rPr altLang="en-IN" b="0" dirty="0" sz="2400" lang="en-US" spc="-5" err="1">
                <a:solidFill>
                  <a:srgbClr val="000000"/>
                </a:solidFill>
                <a:latin typeface="Times New Roman"/>
                <a:cs typeface="Times New Roman"/>
              </a:rPr>
              <a:t>l</a:t>
            </a:r>
            <a:r>
              <a:rPr altLang="en-IN" b="0" dirty="0" sz="2400" lang="en-US" spc="-5" err="1">
                <a:solidFill>
                  <a:srgbClr val="000000"/>
                </a:solidFill>
                <a:latin typeface="Times New Roman"/>
                <a:cs typeface="Times New Roman"/>
              </a:rPr>
              <a:t> </a:t>
            </a:r>
            <a:r>
              <a:rPr altLang="en-IN" b="0" dirty="0" sz="2400" lang="en-US" spc="-5" err="1">
                <a:solidFill>
                  <a:srgbClr val="000000"/>
                </a:solidFill>
                <a:latin typeface="Times New Roman"/>
                <a:cs typeface="Times New Roman"/>
              </a:rPr>
              <a:t>Kulkarni</a:t>
            </a:r>
            <a:r>
              <a:rPr altLang="en-IN" b="0" dirty="0" sz="2400" lang="en-US" spc="-5" err="1">
                <a:solidFill>
                  <a:srgbClr val="000000"/>
                </a:solidFill>
                <a:latin typeface="Times New Roman"/>
                <a:cs typeface="Times New Roman"/>
              </a:rPr>
              <a:t> </a:t>
            </a:r>
            <a:endParaRPr b="1" dirty="0" sz="2200" lang="en-IN" spc="5">
              <a:solidFill>
                <a:srgbClr val="FF0000"/>
              </a:solidFill>
              <a:latin typeface="Times New Roman"/>
              <a:cs typeface="Times New Roman"/>
            </a:endParaRPr>
          </a:p>
          <a:p>
            <a:pPr algn="ctr" marL="1084580" marR="1075055">
              <a:spcBef>
                <a:spcPts val="340"/>
              </a:spcBef>
            </a:pPr>
          </a:p>
          <a:p>
            <a:pPr algn="ctr" marL="1084580" marR="1075055">
              <a:lnSpc>
                <a:spcPct val="150000"/>
              </a:lnSpc>
            </a:pPr>
            <a:r>
              <a:rPr dirty="0" sz="2000" lang="en-IN" spc="5">
                <a:latin typeface="Times New Roman"/>
                <a:cs typeface="Times New Roman"/>
              </a:rPr>
              <a:t>Dr. Swapnil Lahane</a:t>
            </a:r>
          </a:p>
          <a:p>
            <a:endParaRPr dirty="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4" name="object 2"/>
          <p:cNvSpPr txBox="1">
            <a:spLocks noGrp="1"/>
          </p:cNvSpPr>
          <p:nvPr>
            <p:ph type="title"/>
          </p:nvPr>
        </p:nvSpPr>
        <p:spPr>
          <a:xfrm>
            <a:off x="511386" y="117686"/>
            <a:ext cx="4381500" cy="636904"/>
          </a:xfrm>
          <a:prstGeom prst="rect"/>
        </p:spPr>
        <p:txBody>
          <a:bodyPr bIns="0" lIns="0" rIns="0" rtlCol="0" tIns="14604" vert="horz" wrap="square">
            <a:spAutoFit/>
          </a:bodyPr>
          <a:p>
            <a:pPr marL="12700">
              <a:lnSpc>
                <a:spcPct val="100000"/>
              </a:lnSpc>
              <a:spcBef>
                <a:spcPts val="114"/>
              </a:spcBef>
            </a:pPr>
            <a:r>
              <a:rPr dirty="0" sz="4250"/>
              <a:t>Contents</a:t>
            </a:r>
          </a:p>
        </p:txBody>
      </p:sp>
      <p:sp>
        <p:nvSpPr>
          <p:cNvPr id="1048595" name="object 3"/>
          <p:cNvSpPr txBox="1"/>
          <p:nvPr/>
        </p:nvSpPr>
        <p:spPr>
          <a:xfrm>
            <a:off x="1400387" y="1763606"/>
            <a:ext cx="13204613" cy="5692775"/>
          </a:xfrm>
          <a:prstGeom prst="rect"/>
        </p:spPr>
        <p:txBody>
          <a:bodyPr bIns="0" lIns="0" rIns="0" rtlCol="0" tIns="96520" vert="horz" wrap="square">
            <a:spAutoFit/>
          </a:bodyPr>
          <a:p>
            <a:pPr indent="-514350" marL="527050">
              <a:lnSpc>
                <a:spcPct val="100000"/>
              </a:lnSpc>
              <a:spcBef>
                <a:spcPts val="760"/>
              </a:spcBef>
              <a:buClr>
                <a:srgbClr val="A53010"/>
              </a:buClr>
              <a:buFont typeface="+mj-lt"/>
              <a:buAutoNum type="arabicPeriod"/>
              <a:tabLst>
                <a:tab algn="l" pos="469900"/>
              </a:tabLst>
            </a:pPr>
            <a:r>
              <a:rPr dirty="0" sz="2900" spc="10">
                <a:solidFill>
                  <a:srgbClr val="404040"/>
                </a:solidFill>
                <a:latin typeface="Arial MT"/>
                <a:cs typeface="Arial MT"/>
              </a:rPr>
              <a:t>Introduction</a:t>
            </a:r>
            <a:endParaRPr dirty="0" sz="2900">
              <a:latin typeface="Arial MT"/>
              <a:cs typeface="Arial MT"/>
            </a:endParaRPr>
          </a:p>
          <a:p>
            <a:pPr indent="-514350" marL="526415">
              <a:lnSpc>
                <a:spcPct val="100000"/>
              </a:lnSpc>
              <a:spcBef>
                <a:spcPts val="665"/>
              </a:spcBef>
              <a:buClr>
                <a:srgbClr val="A53010"/>
              </a:buClr>
              <a:buFont typeface="+mj-lt"/>
              <a:buAutoNum type="arabicPeriod"/>
              <a:tabLst>
                <a:tab algn="l" pos="572770"/>
                <a:tab algn="l" pos="573405"/>
              </a:tabLst>
            </a:pPr>
            <a:r>
              <a:rPr dirty="0" sz="2900" lang="en-IN" spc="10">
                <a:solidFill>
                  <a:srgbClr val="404040"/>
                </a:solidFill>
                <a:latin typeface="Arial MT"/>
                <a:cs typeface="Arial MT"/>
              </a:rPr>
              <a:t>Literature Review </a:t>
            </a:r>
            <a:r>
              <a:rPr dirty="0" sz="2400" lang="en-IN" spc="10">
                <a:solidFill>
                  <a:srgbClr val="404040"/>
                </a:solidFill>
                <a:latin typeface="Arial MT"/>
                <a:cs typeface="Arial MT"/>
              </a:rPr>
              <a:t>(</a:t>
            </a:r>
            <a:r>
              <a:rPr dirty="0" sz="2400" lang="en-US" spc="10">
                <a:solidFill>
                  <a:srgbClr val="404040"/>
                </a:solidFill>
                <a:latin typeface="Arial MT"/>
                <a:cs typeface="Arial MT"/>
              </a:rPr>
              <a:t>Background</a:t>
            </a:r>
            <a:r>
              <a:rPr dirty="0" sz="2400" lang="en-US" spc="-5">
                <a:solidFill>
                  <a:srgbClr val="404040"/>
                </a:solidFill>
                <a:latin typeface="Arial MT"/>
                <a:cs typeface="Arial MT"/>
              </a:rPr>
              <a:t> </a:t>
            </a:r>
            <a:r>
              <a:rPr dirty="0" sz="2400" lang="en-US" spc="10">
                <a:solidFill>
                  <a:srgbClr val="404040"/>
                </a:solidFill>
                <a:latin typeface="Arial MT"/>
                <a:cs typeface="Arial MT"/>
              </a:rPr>
              <a:t>of</a:t>
            </a:r>
            <a:r>
              <a:rPr dirty="0" sz="2400" lang="en-US">
                <a:solidFill>
                  <a:srgbClr val="404040"/>
                </a:solidFill>
                <a:latin typeface="Arial MT"/>
                <a:cs typeface="Arial MT"/>
              </a:rPr>
              <a:t> </a:t>
            </a:r>
            <a:r>
              <a:rPr dirty="0" sz="2400" lang="en-US" spc="10">
                <a:solidFill>
                  <a:srgbClr val="404040"/>
                </a:solidFill>
                <a:latin typeface="Arial MT"/>
                <a:cs typeface="Arial MT"/>
              </a:rPr>
              <a:t>or</a:t>
            </a:r>
            <a:r>
              <a:rPr dirty="0" sz="2400" lang="en-US" spc="-5">
                <a:solidFill>
                  <a:srgbClr val="404040"/>
                </a:solidFill>
                <a:latin typeface="Arial MT"/>
                <a:cs typeface="Arial MT"/>
              </a:rPr>
              <a:t> </a:t>
            </a:r>
            <a:r>
              <a:rPr dirty="0" sz="2400" lang="en-US" spc="5">
                <a:solidFill>
                  <a:srgbClr val="404040"/>
                </a:solidFill>
                <a:latin typeface="Arial MT"/>
                <a:cs typeface="Arial MT"/>
              </a:rPr>
              <a:t>Brief </a:t>
            </a:r>
            <a:r>
              <a:rPr dirty="0" sz="2400" lang="en-US" spc="10">
                <a:solidFill>
                  <a:srgbClr val="404040"/>
                </a:solidFill>
                <a:latin typeface="Arial MT"/>
                <a:cs typeface="Arial MT"/>
              </a:rPr>
              <a:t>History)</a:t>
            </a:r>
            <a:endParaRPr dirty="0" sz="2400">
              <a:latin typeface="Arial MT"/>
              <a:cs typeface="Arial MT"/>
            </a:endParaRPr>
          </a:p>
          <a:p>
            <a:pPr indent="-514350" marL="527050">
              <a:lnSpc>
                <a:spcPct val="100000"/>
              </a:lnSpc>
              <a:spcBef>
                <a:spcPts val="665"/>
              </a:spcBef>
              <a:buClr>
                <a:srgbClr val="A53010"/>
              </a:buClr>
              <a:buFont typeface="+mj-lt"/>
              <a:buAutoNum type="arabicPeriod"/>
              <a:tabLst>
                <a:tab algn="l" pos="469900"/>
              </a:tabLst>
            </a:pPr>
            <a:r>
              <a:rPr dirty="0" sz="2900" lang="en-IN" spc="10">
                <a:solidFill>
                  <a:srgbClr val="404040"/>
                </a:solidFill>
                <a:latin typeface="Arial MT"/>
                <a:cs typeface="Arial MT"/>
              </a:rPr>
              <a:t>W</a:t>
            </a:r>
            <a:r>
              <a:rPr dirty="0" sz="2900" spc="10" err="1">
                <a:solidFill>
                  <a:srgbClr val="404040"/>
                </a:solidFill>
                <a:latin typeface="Arial MT"/>
                <a:cs typeface="Arial MT"/>
              </a:rPr>
              <a:t>orking</a:t>
            </a:r>
            <a:r>
              <a:rPr dirty="0" sz="2900" lang="en-IN" spc="10">
                <a:solidFill>
                  <a:srgbClr val="404040"/>
                </a:solidFill>
                <a:latin typeface="Arial MT"/>
                <a:cs typeface="Arial MT"/>
              </a:rPr>
              <a:t> Principle</a:t>
            </a:r>
            <a:endParaRPr dirty="0" sz="2900">
              <a:latin typeface="Arial MT"/>
              <a:cs typeface="Arial MT"/>
            </a:endParaRPr>
          </a:p>
          <a:p>
            <a:pPr indent="-514350" marL="527050">
              <a:lnSpc>
                <a:spcPct val="100000"/>
              </a:lnSpc>
              <a:spcBef>
                <a:spcPts val="670"/>
              </a:spcBef>
              <a:buClr>
                <a:srgbClr val="A53010"/>
              </a:buClr>
              <a:buFont typeface="+mj-lt"/>
              <a:buAutoNum type="arabicPeriod"/>
              <a:tabLst>
                <a:tab algn="l" pos="469900"/>
              </a:tabLst>
            </a:pPr>
            <a:r>
              <a:rPr dirty="0" sz="2900" spc="15">
                <a:solidFill>
                  <a:srgbClr val="404040"/>
                </a:solidFill>
                <a:latin typeface="Arial MT"/>
                <a:cs typeface="Arial MT"/>
              </a:rPr>
              <a:t>Case</a:t>
            </a:r>
            <a:r>
              <a:rPr dirty="0" sz="2900" spc="-40">
                <a:solidFill>
                  <a:srgbClr val="404040"/>
                </a:solidFill>
                <a:latin typeface="Arial MT"/>
                <a:cs typeface="Arial MT"/>
              </a:rPr>
              <a:t> </a:t>
            </a:r>
            <a:r>
              <a:rPr dirty="0" sz="2900" lang="en-IN" spc="10">
                <a:solidFill>
                  <a:srgbClr val="404040"/>
                </a:solidFill>
                <a:latin typeface="Arial MT"/>
                <a:cs typeface="Arial MT"/>
              </a:rPr>
              <a:t>S</a:t>
            </a:r>
            <a:r>
              <a:rPr dirty="0" sz="2900" spc="10" err="1">
                <a:solidFill>
                  <a:srgbClr val="404040"/>
                </a:solidFill>
                <a:latin typeface="Arial MT"/>
                <a:cs typeface="Arial MT"/>
              </a:rPr>
              <a:t>tudy</a:t>
            </a:r>
            <a:endParaRPr dirty="0" sz="2900">
              <a:latin typeface="Arial MT"/>
              <a:cs typeface="Arial MT"/>
            </a:endParaRPr>
          </a:p>
          <a:p>
            <a:pPr indent="-514350" marL="527050">
              <a:lnSpc>
                <a:spcPct val="100000"/>
              </a:lnSpc>
              <a:spcBef>
                <a:spcPts val="665"/>
              </a:spcBef>
              <a:buClr>
                <a:srgbClr val="A53010"/>
              </a:buClr>
              <a:buFont typeface="+mj-lt"/>
              <a:buAutoNum type="arabicPeriod"/>
              <a:tabLst>
                <a:tab algn="l" pos="469900"/>
              </a:tabLst>
            </a:pPr>
            <a:r>
              <a:rPr dirty="0" sz="2900" spc="10">
                <a:solidFill>
                  <a:srgbClr val="404040"/>
                </a:solidFill>
                <a:latin typeface="Arial MT"/>
                <a:cs typeface="Arial MT"/>
              </a:rPr>
              <a:t>General</a:t>
            </a:r>
            <a:r>
              <a:rPr dirty="0" sz="2900" spc="-30">
                <a:solidFill>
                  <a:srgbClr val="404040"/>
                </a:solidFill>
                <a:latin typeface="Arial MT"/>
                <a:cs typeface="Arial MT"/>
              </a:rPr>
              <a:t> </a:t>
            </a:r>
            <a:r>
              <a:rPr dirty="0" sz="2900" spc="10">
                <a:solidFill>
                  <a:srgbClr val="404040"/>
                </a:solidFill>
                <a:latin typeface="Arial MT"/>
                <a:cs typeface="Arial MT"/>
              </a:rPr>
              <a:t>arragement</a:t>
            </a:r>
            <a:endParaRPr dirty="0" sz="2900">
              <a:latin typeface="Arial MT"/>
              <a:cs typeface="Arial MT"/>
            </a:endParaRPr>
          </a:p>
          <a:p>
            <a:pPr indent="-514350" marL="527050">
              <a:lnSpc>
                <a:spcPct val="100000"/>
              </a:lnSpc>
              <a:spcBef>
                <a:spcPts val="665"/>
              </a:spcBef>
              <a:buClr>
                <a:srgbClr val="A53010"/>
              </a:buClr>
              <a:buFont typeface="+mj-lt"/>
              <a:buAutoNum type="arabicPeriod"/>
              <a:tabLst>
                <a:tab algn="l" pos="469900"/>
              </a:tabLst>
            </a:pPr>
            <a:r>
              <a:rPr dirty="0" sz="2900" spc="10">
                <a:solidFill>
                  <a:srgbClr val="404040"/>
                </a:solidFill>
                <a:latin typeface="Arial MT"/>
                <a:cs typeface="Arial MT"/>
              </a:rPr>
              <a:t>Components</a:t>
            </a:r>
            <a:r>
              <a:rPr dirty="0" sz="2900" spc="-5">
                <a:solidFill>
                  <a:srgbClr val="404040"/>
                </a:solidFill>
                <a:latin typeface="Arial MT"/>
                <a:cs typeface="Arial MT"/>
              </a:rPr>
              <a:t> </a:t>
            </a:r>
            <a:r>
              <a:rPr dirty="0" sz="2900" spc="10">
                <a:solidFill>
                  <a:srgbClr val="404040"/>
                </a:solidFill>
                <a:latin typeface="Arial MT"/>
                <a:cs typeface="Arial MT"/>
              </a:rPr>
              <a:t>of</a:t>
            </a:r>
            <a:r>
              <a:rPr dirty="0" sz="2900" spc="-5">
                <a:solidFill>
                  <a:srgbClr val="404040"/>
                </a:solidFill>
                <a:latin typeface="Arial MT"/>
                <a:cs typeface="Arial MT"/>
              </a:rPr>
              <a:t> </a:t>
            </a:r>
            <a:r>
              <a:rPr dirty="0" sz="2900" spc="10">
                <a:solidFill>
                  <a:srgbClr val="404040"/>
                </a:solidFill>
                <a:latin typeface="Arial MT"/>
                <a:cs typeface="Arial MT"/>
              </a:rPr>
              <a:t>device</a:t>
            </a:r>
            <a:endParaRPr dirty="0" sz="2900">
              <a:latin typeface="Arial MT"/>
              <a:cs typeface="Arial MT"/>
            </a:endParaRPr>
          </a:p>
          <a:p>
            <a:pPr indent="-514350" marL="527050">
              <a:lnSpc>
                <a:spcPct val="100000"/>
              </a:lnSpc>
              <a:spcBef>
                <a:spcPts val="670"/>
              </a:spcBef>
              <a:buClr>
                <a:srgbClr val="A53010"/>
              </a:buClr>
              <a:buFont typeface="+mj-lt"/>
              <a:buAutoNum type="arabicPeriod"/>
              <a:tabLst>
                <a:tab algn="l" pos="469900"/>
              </a:tabLst>
            </a:pPr>
            <a:r>
              <a:rPr dirty="0" sz="2900" spc="10">
                <a:solidFill>
                  <a:srgbClr val="404040"/>
                </a:solidFill>
                <a:latin typeface="Arial MT"/>
                <a:cs typeface="Arial MT"/>
              </a:rPr>
              <a:t>Similar</a:t>
            </a:r>
            <a:r>
              <a:rPr dirty="0" sz="2900" spc="-45">
                <a:solidFill>
                  <a:srgbClr val="404040"/>
                </a:solidFill>
                <a:latin typeface="Arial MT"/>
                <a:cs typeface="Arial MT"/>
              </a:rPr>
              <a:t> </a:t>
            </a:r>
            <a:r>
              <a:rPr dirty="0" sz="2900" spc="10">
                <a:solidFill>
                  <a:srgbClr val="404040"/>
                </a:solidFill>
                <a:latin typeface="Arial MT"/>
                <a:cs typeface="Arial MT"/>
              </a:rPr>
              <a:t>project</a:t>
            </a:r>
            <a:endParaRPr dirty="0" sz="2900">
              <a:latin typeface="Arial MT"/>
              <a:cs typeface="Arial MT"/>
            </a:endParaRPr>
          </a:p>
          <a:p>
            <a:pPr indent="-514350" marL="527050">
              <a:lnSpc>
                <a:spcPct val="100000"/>
              </a:lnSpc>
              <a:spcBef>
                <a:spcPts val="665"/>
              </a:spcBef>
              <a:buClr>
                <a:srgbClr val="A53010"/>
              </a:buClr>
              <a:buFont typeface="+mj-lt"/>
              <a:buAutoNum type="arabicPeriod"/>
              <a:tabLst>
                <a:tab algn="l" pos="469900"/>
              </a:tabLst>
            </a:pPr>
            <a:r>
              <a:rPr dirty="0" sz="2900" spc="10">
                <a:solidFill>
                  <a:srgbClr val="404040"/>
                </a:solidFill>
                <a:latin typeface="Arial MT"/>
                <a:cs typeface="Arial MT"/>
              </a:rPr>
              <a:t>Application</a:t>
            </a:r>
            <a:endParaRPr dirty="0" sz="2900">
              <a:latin typeface="Arial MT"/>
              <a:cs typeface="Arial MT"/>
            </a:endParaRPr>
          </a:p>
          <a:p>
            <a:pPr indent="-514350" marL="527050">
              <a:lnSpc>
                <a:spcPct val="100000"/>
              </a:lnSpc>
              <a:spcBef>
                <a:spcPts val="665"/>
              </a:spcBef>
              <a:buClr>
                <a:srgbClr val="A53010"/>
              </a:buClr>
              <a:buFont typeface="+mj-lt"/>
              <a:buAutoNum type="arabicPeriod"/>
              <a:tabLst>
                <a:tab algn="l" pos="469900"/>
              </a:tabLst>
            </a:pPr>
            <a:r>
              <a:rPr dirty="0" sz="2900" spc="10">
                <a:solidFill>
                  <a:srgbClr val="404040"/>
                </a:solidFill>
                <a:latin typeface="Arial MT"/>
                <a:cs typeface="Arial MT"/>
              </a:rPr>
              <a:t>Benefits/Merits</a:t>
            </a:r>
            <a:r>
              <a:rPr dirty="0" sz="2900" spc="-25">
                <a:solidFill>
                  <a:srgbClr val="404040"/>
                </a:solidFill>
                <a:latin typeface="Arial MT"/>
                <a:cs typeface="Arial MT"/>
              </a:rPr>
              <a:t> </a:t>
            </a:r>
            <a:r>
              <a:rPr dirty="0" sz="2900" spc="20">
                <a:solidFill>
                  <a:srgbClr val="404040"/>
                </a:solidFill>
                <a:latin typeface="Arial MT"/>
                <a:cs typeface="Arial MT"/>
              </a:rPr>
              <a:t>&amp;</a:t>
            </a:r>
            <a:r>
              <a:rPr dirty="0" sz="2900" spc="-25">
                <a:solidFill>
                  <a:srgbClr val="404040"/>
                </a:solidFill>
                <a:latin typeface="Arial MT"/>
                <a:cs typeface="Arial MT"/>
              </a:rPr>
              <a:t> </a:t>
            </a:r>
            <a:r>
              <a:rPr dirty="0" sz="2900" spc="10">
                <a:solidFill>
                  <a:srgbClr val="404040"/>
                </a:solidFill>
                <a:latin typeface="Arial MT"/>
                <a:cs typeface="Arial MT"/>
              </a:rPr>
              <a:t>Risks/Demerits</a:t>
            </a:r>
            <a:endParaRPr dirty="0" sz="2900">
              <a:latin typeface="Arial MT"/>
              <a:cs typeface="Arial MT"/>
            </a:endParaRPr>
          </a:p>
          <a:p>
            <a:pPr indent="-514350" marL="527050">
              <a:lnSpc>
                <a:spcPct val="100000"/>
              </a:lnSpc>
              <a:spcBef>
                <a:spcPts val="670"/>
              </a:spcBef>
              <a:buClr>
                <a:srgbClr val="A53010"/>
              </a:buClr>
              <a:buFont typeface="+mj-lt"/>
              <a:buAutoNum type="arabicPeriod"/>
              <a:tabLst>
                <a:tab algn="l" pos="469900"/>
              </a:tabLst>
            </a:pPr>
            <a:r>
              <a:rPr dirty="0" sz="2900" spc="10">
                <a:solidFill>
                  <a:srgbClr val="404040"/>
                </a:solidFill>
                <a:latin typeface="Arial MT"/>
                <a:cs typeface="Arial MT"/>
              </a:rPr>
              <a:t>Conclusion</a:t>
            </a:r>
            <a:r>
              <a:rPr dirty="0" sz="2900" spc="-15">
                <a:solidFill>
                  <a:srgbClr val="404040"/>
                </a:solidFill>
                <a:latin typeface="Arial MT"/>
                <a:cs typeface="Arial MT"/>
              </a:rPr>
              <a:t> </a:t>
            </a:r>
            <a:r>
              <a:rPr dirty="0" sz="2900" spc="20">
                <a:solidFill>
                  <a:srgbClr val="404040"/>
                </a:solidFill>
                <a:latin typeface="Arial MT"/>
                <a:cs typeface="Arial MT"/>
              </a:rPr>
              <a:t>&amp;</a:t>
            </a:r>
            <a:r>
              <a:rPr dirty="0" sz="2900" spc="-15">
                <a:solidFill>
                  <a:srgbClr val="404040"/>
                </a:solidFill>
                <a:latin typeface="Arial MT"/>
                <a:cs typeface="Arial MT"/>
              </a:rPr>
              <a:t> </a:t>
            </a:r>
            <a:r>
              <a:rPr dirty="0" sz="2900" spc="10">
                <a:solidFill>
                  <a:srgbClr val="404040"/>
                </a:solidFill>
                <a:latin typeface="Arial MT"/>
                <a:cs typeface="Arial MT"/>
              </a:rPr>
              <a:t>Future</a:t>
            </a:r>
            <a:r>
              <a:rPr dirty="0" sz="2900" spc="-15">
                <a:solidFill>
                  <a:srgbClr val="404040"/>
                </a:solidFill>
                <a:latin typeface="Arial MT"/>
                <a:cs typeface="Arial MT"/>
              </a:rPr>
              <a:t> </a:t>
            </a:r>
            <a:r>
              <a:rPr dirty="0" sz="2900" spc="15">
                <a:solidFill>
                  <a:srgbClr val="404040"/>
                </a:solidFill>
                <a:latin typeface="Arial MT"/>
                <a:cs typeface="Arial MT"/>
              </a:rPr>
              <a:t>Scope</a:t>
            </a:r>
            <a:endParaRPr dirty="0" sz="2900">
              <a:latin typeface="Arial MT"/>
              <a:cs typeface="Arial MT"/>
            </a:endParaRPr>
          </a:p>
          <a:p>
            <a:pPr indent="-514350" marL="527050">
              <a:lnSpc>
                <a:spcPct val="100000"/>
              </a:lnSpc>
              <a:spcBef>
                <a:spcPts val="665"/>
              </a:spcBef>
              <a:buClr>
                <a:srgbClr val="A53010"/>
              </a:buClr>
              <a:buFont typeface="+mj-lt"/>
              <a:buAutoNum type="arabicPeriod"/>
              <a:tabLst>
                <a:tab algn="l" pos="469900"/>
              </a:tabLst>
            </a:pPr>
            <a:r>
              <a:rPr dirty="0" sz="2900" spc="10">
                <a:solidFill>
                  <a:srgbClr val="404040"/>
                </a:solidFill>
                <a:latin typeface="Arial MT"/>
                <a:cs typeface="Arial MT"/>
              </a:rPr>
              <a:t>References</a:t>
            </a:r>
            <a:endParaRPr dirty="0" sz="2900">
              <a:latin typeface="Arial MT"/>
              <a:cs typeface="Arial MT"/>
            </a:endParaRPr>
          </a:p>
        </p:txBody>
      </p:sp>
      <p:sp>
        <p:nvSpPr>
          <p:cNvPr id="1048596" name="Date Placeholder 3"/>
          <p:cNvSpPr>
            <a:spLocks noGrp="1"/>
          </p:cNvSpPr>
          <p:nvPr>
            <p:ph type="dt" sz="half" idx="6"/>
          </p:nvPr>
        </p:nvSpPr>
        <p:spPr>
          <a:xfrm>
            <a:off x="812800" y="8503920"/>
            <a:ext cx="3738880" cy="266700"/>
          </a:xfrm>
        </p:spPr>
        <p:txBody>
          <a:bodyPr/>
          <a:p>
            <a:fld id="{49D64E7B-9FE0-493D-B25B-53FF3D0CE12B}" type="datetime1">
              <a:rPr lang="en-IN" smtClean="0"/>
              <a:t>11/21/2025</a:t>
            </a:fld>
            <a:endParaRPr lang="en-US"/>
          </a:p>
        </p:txBody>
      </p:sp>
      <p:sp>
        <p:nvSpPr>
          <p:cNvPr id="1048597" name="Slide Number Placeholder 4"/>
          <p:cNvSpPr>
            <a:spLocks noGrp="1"/>
          </p:cNvSpPr>
          <p:nvPr>
            <p:ph type="sldNum" sz="quarter" idx="7"/>
          </p:nvPr>
        </p:nvSpPr>
        <p:spPr>
          <a:xfrm>
            <a:off x="11704320" y="8503920"/>
            <a:ext cx="3738880" cy="266700"/>
          </a:xfrm>
        </p:spPr>
        <p:txBody>
          <a:bodyPr/>
          <a:p>
            <a:fld id="{B6F15528-21DE-4FAA-801E-634DDDAF4B2B}" type="slidenum">
              <a:rPr lang="en-IN" smtClean="0"/>
              <a:t>2</a:t>
            </a:fld>
            <a:endParaRPr lang="en-IN"/>
          </a:p>
        </p:txBody>
      </p:sp>
      <p:pic>
        <p:nvPicPr>
          <p:cNvPr id="2097159"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98" name="object 2"/>
          <p:cNvSpPr txBox="1">
            <a:spLocks noGrp="1"/>
          </p:cNvSpPr>
          <p:nvPr>
            <p:ph type="title"/>
          </p:nvPr>
        </p:nvSpPr>
        <p:spPr>
          <a:xfrm>
            <a:off x="5284470" y="97366"/>
            <a:ext cx="5891530" cy="965200"/>
          </a:xfrm>
          <a:prstGeom prst="rect"/>
        </p:spPr>
        <p:txBody>
          <a:bodyPr bIns="0" lIns="0" rIns="0" rtlCol="0" tIns="12700" vert="horz" wrap="square">
            <a:spAutoFit/>
          </a:bodyPr>
          <a:p>
            <a:pPr marL="12700">
              <a:lnSpc>
                <a:spcPct val="100000"/>
              </a:lnSpc>
              <a:spcBef>
                <a:spcPts val="100"/>
              </a:spcBef>
            </a:pPr>
            <a:r>
              <a:rPr dirty="0" sz="6400" lang="en-IN" spc="-5"/>
              <a:t>1. </a:t>
            </a:r>
            <a:r>
              <a:rPr dirty="0" sz="6400" spc="-5"/>
              <a:t>Introdu</a:t>
            </a:r>
            <a:r>
              <a:rPr dirty="0" sz="6400" spc="-10"/>
              <a:t>c</a:t>
            </a:r>
            <a:r>
              <a:rPr dirty="0" sz="6400" spc="-5"/>
              <a:t>tio</a:t>
            </a:r>
            <a:r>
              <a:rPr dirty="0" sz="6400"/>
              <a:t>n</a:t>
            </a:r>
          </a:p>
        </p:txBody>
      </p:sp>
      <p:sp>
        <p:nvSpPr>
          <p:cNvPr id="1048599" name="object 3"/>
          <p:cNvSpPr txBox="1"/>
          <p:nvPr/>
        </p:nvSpPr>
        <p:spPr>
          <a:xfrm>
            <a:off x="1549232" y="1656029"/>
            <a:ext cx="6515734" cy="6297930"/>
          </a:xfrm>
          <a:prstGeom prst="rect"/>
        </p:spPr>
        <p:txBody>
          <a:bodyPr bIns="0" lIns="0" rIns="0" rtlCol="0" tIns="12065" vert="horz" wrap="square">
            <a:spAutoFit/>
          </a:bodyPr>
          <a:p>
            <a:pPr indent="-457200" marL="469900" marR="5080">
              <a:lnSpc>
                <a:spcPct val="100600"/>
              </a:lnSpc>
              <a:spcBef>
                <a:spcPts val="95"/>
              </a:spcBef>
              <a:buClr>
                <a:srgbClr val="A53010"/>
              </a:buClr>
              <a:buFont typeface="Verdana"/>
              <a:buChar char="&gt;"/>
              <a:tabLst>
                <a:tab algn="l" pos="469900"/>
              </a:tabLst>
            </a:pPr>
            <a:r>
              <a:rPr dirty="0" sz="2200" lang="en-US">
                <a:latin typeface="Arial MT"/>
                <a:cs typeface="Arial"/>
              </a:rPr>
              <a:t>Need</a:t>
            </a:r>
            <a:r>
              <a:rPr dirty="0" sz="2200" lang="en-US">
                <a:latin typeface="Arial"/>
                <a:cs typeface="Arial"/>
              </a:rPr>
              <a:t> for Waste Segregation:</a:t>
            </a:r>
          </a:p>
          <a:p>
            <a:pPr marL="12700" marR="5080">
              <a:lnSpc>
                <a:spcPct val="100600"/>
              </a:lnSpc>
              <a:spcBef>
                <a:spcPts val="95"/>
              </a:spcBef>
              <a:buClr>
                <a:srgbClr val="A53010"/>
              </a:buClr>
              <a:tabLst>
                <a:tab algn="l" pos="469900"/>
              </a:tabLst>
            </a:pPr>
            <a:r>
              <a:rPr dirty="0" sz="2200" lang="en-US">
                <a:latin typeface="Arial"/>
                <a:cs typeface="Arial"/>
              </a:rPr>
              <a:t>Improper waste disposal leads to</a:t>
            </a:r>
          </a:p>
          <a:p>
            <a:pPr marL="12700" marR="5080">
              <a:lnSpc>
                <a:spcPct val="100600"/>
              </a:lnSpc>
              <a:spcBef>
                <a:spcPts val="95"/>
              </a:spcBef>
              <a:buClr>
                <a:srgbClr val="A53010"/>
              </a:buClr>
              <a:tabLst>
                <a:tab algn="l" pos="469900"/>
              </a:tabLst>
            </a:pPr>
            <a:r>
              <a:rPr dirty="0" sz="2200" lang="en-US">
                <a:latin typeface="Arial"/>
                <a:cs typeface="Arial"/>
              </a:rPr>
              <a:t>environmental pollution and health hazards.</a:t>
            </a:r>
          </a:p>
          <a:p>
            <a:pPr indent="-457200" marL="469900" marR="5080">
              <a:lnSpc>
                <a:spcPct val="100600"/>
              </a:lnSpc>
              <a:spcBef>
                <a:spcPts val="95"/>
              </a:spcBef>
              <a:buClr>
                <a:srgbClr val="A53010"/>
              </a:buClr>
              <a:buFont typeface="Verdana"/>
              <a:buChar char="&gt;"/>
              <a:tabLst>
                <a:tab algn="l" pos="469900"/>
              </a:tabLst>
            </a:pPr>
            <a:endParaRPr dirty="0" sz="2200" lang="en-US">
              <a:latin typeface="Arial"/>
              <a:cs typeface="Arial"/>
            </a:endParaRPr>
          </a:p>
          <a:p>
            <a:pPr indent="-457200" marL="469900" marR="5080">
              <a:lnSpc>
                <a:spcPct val="100600"/>
              </a:lnSpc>
              <a:spcBef>
                <a:spcPts val="95"/>
              </a:spcBef>
              <a:buClr>
                <a:srgbClr val="A53010"/>
              </a:buClr>
              <a:buFont typeface="Verdana"/>
              <a:buChar char="&gt;"/>
              <a:tabLst>
                <a:tab algn="l" pos="469900"/>
              </a:tabLst>
            </a:pPr>
            <a:r>
              <a:rPr dirty="0" sz="2200" lang="en-US">
                <a:latin typeface="Arial"/>
                <a:cs typeface="Arial"/>
              </a:rPr>
              <a:t>Limitations of Manual Methods:</a:t>
            </a:r>
          </a:p>
          <a:p>
            <a:pPr marL="12700" marR="5080">
              <a:lnSpc>
                <a:spcPct val="100600"/>
              </a:lnSpc>
              <a:spcBef>
                <a:spcPts val="95"/>
              </a:spcBef>
              <a:buClr>
                <a:srgbClr val="A53010"/>
              </a:buClr>
              <a:tabLst>
                <a:tab algn="l" pos="469900"/>
              </a:tabLst>
            </a:pPr>
            <a:r>
              <a:rPr dirty="0" sz="2200" lang="en-US">
                <a:latin typeface="Arial"/>
                <a:cs typeface="Arial"/>
              </a:rPr>
              <a:t>Manual segregation is time-consuming,</a:t>
            </a:r>
          </a:p>
          <a:p>
            <a:pPr marL="12700" marR="5080">
              <a:lnSpc>
                <a:spcPct val="100600"/>
              </a:lnSpc>
              <a:spcBef>
                <a:spcPts val="95"/>
              </a:spcBef>
              <a:buClr>
                <a:srgbClr val="A53010"/>
              </a:buClr>
              <a:tabLst>
                <a:tab algn="l" pos="469900"/>
              </a:tabLst>
            </a:pPr>
            <a:r>
              <a:rPr dirty="0" sz="2200" lang="en-US">
                <a:latin typeface="Arial"/>
                <a:cs typeface="Arial"/>
              </a:rPr>
              <a:t>unhygienic, and often inaccurate..</a:t>
            </a:r>
          </a:p>
          <a:p>
            <a:pPr indent="-457200" marL="469900" marR="5080">
              <a:lnSpc>
                <a:spcPct val="100600"/>
              </a:lnSpc>
              <a:spcBef>
                <a:spcPts val="95"/>
              </a:spcBef>
              <a:buClr>
                <a:srgbClr val="A53010"/>
              </a:buClr>
              <a:buFont typeface="Verdana"/>
              <a:buChar char="&gt;"/>
              <a:tabLst>
                <a:tab algn="l" pos="469900"/>
              </a:tabLst>
            </a:pPr>
            <a:endParaRPr dirty="0" sz="2200" lang="en-US">
              <a:latin typeface="Arial"/>
              <a:cs typeface="Arial"/>
            </a:endParaRPr>
          </a:p>
          <a:p>
            <a:pPr indent="-457200" marL="469900" marR="5080">
              <a:lnSpc>
                <a:spcPct val="100600"/>
              </a:lnSpc>
              <a:spcBef>
                <a:spcPts val="95"/>
              </a:spcBef>
              <a:buClr>
                <a:srgbClr val="A53010"/>
              </a:buClr>
              <a:buFont typeface="Verdana"/>
              <a:buChar char="&gt;"/>
              <a:tabLst>
                <a:tab algn="l" pos="469900"/>
              </a:tabLst>
            </a:pPr>
            <a:r>
              <a:rPr dirty="0" sz="2200" lang="en-US">
                <a:latin typeface="Arial"/>
                <a:cs typeface="Arial"/>
              </a:rPr>
              <a:t>Role of Automation and Technology:</a:t>
            </a:r>
          </a:p>
          <a:p>
            <a:pPr marL="12700" marR="5080">
              <a:lnSpc>
                <a:spcPct val="100600"/>
              </a:lnSpc>
              <a:spcBef>
                <a:spcPts val="95"/>
              </a:spcBef>
              <a:buClr>
                <a:srgbClr val="A53010"/>
              </a:buClr>
              <a:tabLst>
                <a:tab algn="l" pos="469900"/>
              </a:tabLst>
            </a:pPr>
            <a:r>
              <a:rPr dirty="0" sz="2200" lang="en-US">
                <a:latin typeface="Arial"/>
                <a:cs typeface="Arial"/>
              </a:rPr>
              <a:t>Automation using microcontrollers like</a:t>
            </a:r>
          </a:p>
          <a:p>
            <a:pPr marL="12700" marR="5080">
              <a:lnSpc>
                <a:spcPct val="100600"/>
              </a:lnSpc>
              <a:spcBef>
                <a:spcPts val="95"/>
              </a:spcBef>
              <a:buClr>
                <a:srgbClr val="A53010"/>
              </a:buClr>
              <a:tabLst>
                <a:tab algn="l" pos="469900"/>
              </a:tabLst>
            </a:pPr>
            <a:r>
              <a:rPr dirty="0" sz="2200" lang="en-US">
                <a:latin typeface="Arial"/>
                <a:cs typeface="Arial"/>
              </a:rPr>
              <a:t>Arduino improves accuracy and speed in</a:t>
            </a:r>
          </a:p>
          <a:p>
            <a:pPr marL="12700" marR="5080">
              <a:lnSpc>
                <a:spcPct val="100600"/>
              </a:lnSpc>
              <a:spcBef>
                <a:spcPts val="95"/>
              </a:spcBef>
              <a:buClr>
                <a:srgbClr val="A53010"/>
              </a:buClr>
              <a:tabLst>
                <a:tab algn="l" pos="469900"/>
              </a:tabLst>
            </a:pPr>
            <a:r>
              <a:rPr dirty="0" sz="2200" lang="en-US">
                <a:latin typeface="Arial"/>
                <a:cs typeface="Arial"/>
              </a:rPr>
              <a:t>waste sorting. Sensors can detect waste type</a:t>
            </a:r>
          </a:p>
          <a:p>
            <a:pPr marL="12700" marR="5080">
              <a:lnSpc>
                <a:spcPct val="100600"/>
              </a:lnSpc>
              <a:spcBef>
                <a:spcPts val="95"/>
              </a:spcBef>
              <a:buClr>
                <a:srgbClr val="A53010"/>
              </a:buClr>
              <a:tabLst>
                <a:tab algn="l" pos="469900"/>
              </a:tabLst>
            </a:pPr>
            <a:r>
              <a:rPr dirty="0" sz="2200" lang="en-US">
                <a:latin typeface="Arial"/>
                <a:cs typeface="Arial"/>
              </a:rPr>
              <a:t>instantly, ensuring proper classification.</a:t>
            </a:r>
          </a:p>
          <a:p>
            <a:pPr indent="-457200" marL="469900" marR="5080">
              <a:lnSpc>
                <a:spcPct val="100600"/>
              </a:lnSpc>
              <a:spcBef>
                <a:spcPts val="95"/>
              </a:spcBef>
              <a:buClr>
                <a:srgbClr val="A53010"/>
              </a:buClr>
              <a:buFont typeface="Verdana"/>
              <a:buChar char="&gt;"/>
              <a:tabLst>
                <a:tab algn="l" pos="469900"/>
              </a:tabLst>
            </a:pPr>
            <a:endParaRPr dirty="0" sz="2200" lang="en-US">
              <a:latin typeface="Arial"/>
              <a:cs typeface="Arial"/>
            </a:endParaRPr>
          </a:p>
          <a:p>
            <a:pPr indent="-457200" marL="469900" marR="5080">
              <a:lnSpc>
                <a:spcPct val="100600"/>
              </a:lnSpc>
              <a:spcBef>
                <a:spcPts val="95"/>
              </a:spcBef>
              <a:buClr>
                <a:srgbClr val="A53010"/>
              </a:buClr>
              <a:buFont typeface="Verdana"/>
              <a:buChar char="&gt;"/>
              <a:tabLst>
                <a:tab algn="l" pos="469900"/>
              </a:tabLst>
            </a:pPr>
            <a:r>
              <a:rPr dirty="0" sz="2200" lang="en-US">
                <a:latin typeface="Arial"/>
                <a:cs typeface="Arial"/>
              </a:rPr>
              <a:t>Purpose of the Project:</a:t>
            </a:r>
          </a:p>
          <a:p>
            <a:pPr marL="12700" marR="5080">
              <a:lnSpc>
                <a:spcPct val="100600"/>
              </a:lnSpc>
              <a:spcBef>
                <a:spcPts val="95"/>
              </a:spcBef>
              <a:buClr>
                <a:srgbClr val="A53010"/>
              </a:buClr>
              <a:tabLst>
                <a:tab algn="l" pos="469900"/>
              </a:tabLst>
            </a:pPr>
            <a:r>
              <a:rPr dirty="0" sz="2200" lang="en-US">
                <a:latin typeface="Arial"/>
                <a:cs typeface="Arial"/>
              </a:rPr>
              <a:t>This project aims to build a smart dustbin that</a:t>
            </a:r>
          </a:p>
          <a:p>
            <a:pPr marL="12700" marR="5080">
              <a:lnSpc>
                <a:spcPct val="100600"/>
              </a:lnSpc>
              <a:spcBef>
                <a:spcPts val="95"/>
              </a:spcBef>
              <a:buClr>
                <a:srgbClr val="A53010"/>
              </a:buClr>
              <a:tabLst>
                <a:tab algn="l" pos="469900"/>
              </a:tabLst>
            </a:pPr>
            <a:r>
              <a:rPr dirty="0" sz="2200" lang="en-US">
                <a:latin typeface="Arial"/>
                <a:cs typeface="Arial"/>
              </a:rPr>
              <a:t>automatically separates wet, dry, and metal</a:t>
            </a:r>
          </a:p>
          <a:p>
            <a:pPr marL="12700" marR="5080">
              <a:lnSpc>
                <a:spcPct val="100600"/>
              </a:lnSpc>
              <a:spcBef>
                <a:spcPts val="95"/>
              </a:spcBef>
              <a:buClr>
                <a:srgbClr val="A53010"/>
              </a:buClr>
              <a:tabLst>
                <a:tab algn="l" pos="469900"/>
              </a:tabLst>
            </a:pPr>
            <a:r>
              <a:rPr dirty="0" sz="2200" lang="en-US">
                <a:latin typeface="Arial"/>
                <a:cs typeface="Arial"/>
              </a:rPr>
              <a:t>waste. It promotes clean and sustainable</a:t>
            </a:r>
          </a:p>
          <a:p>
            <a:pPr marL="12700" marR="5080">
              <a:lnSpc>
                <a:spcPct val="100600"/>
              </a:lnSpc>
              <a:spcBef>
                <a:spcPts val="95"/>
              </a:spcBef>
              <a:buClr>
                <a:srgbClr val="A53010"/>
              </a:buClr>
              <a:tabLst>
                <a:tab algn="l" pos="469900"/>
              </a:tabLst>
            </a:pPr>
            <a:r>
              <a:rPr dirty="0" sz="2200" lang="en-US">
                <a:latin typeface="Arial"/>
                <a:cs typeface="Arial"/>
              </a:rPr>
              <a:t>waste disposal in daily life.</a:t>
            </a:r>
            <a:endParaRPr dirty="0" sz="2200">
              <a:latin typeface="Arial"/>
              <a:cs typeface="Arial"/>
            </a:endParaRPr>
          </a:p>
        </p:txBody>
      </p:sp>
      <p:sp>
        <p:nvSpPr>
          <p:cNvPr id="1048600" name="Date Placeholder 5"/>
          <p:cNvSpPr>
            <a:spLocks noGrp="1"/>
          </p:cNvSpPr>
          <p:nvPr>
            <p:ph type="dt" sz="half" idx="6"/>
          </p:nvPr>
        </p:nvSpPr>
        <p:spPr>
          <a:xfrm>
            <a:off x="812800" y="8503920"/>
            <a:ext cx="3738880" cy="266700"/>
          </a:xfrm>
        </p:spPr>
        <p:txBody>
          <a:bodyPr/>
          <a:p>
            <a:fld id="{48928631-C75E-4AEF-AD84-A75ED915F745}" type="datetime1">
              <a:rPr lang="en-IN" smtClean="0"/>
              <a:t>11/21/2025</a:t>
            </a:fld>
            <a:endParaRPr dirty="0" lang="en-US"/>
          </a:p>
        </p:txBody>
      </p:sp>
      <p:sp>
        <p:nvSpPr>
          <p:cNvPr id="1048601" name="Slide Number Placeholder 6"/>
          <p:cNvSpPr>
            <a:spLocks noGrp="1"/>
          </p:cNvSpPr>
          <p:nvPr>
            <p:ph type="sldNum" sz="quarter" idx="7"/>
          </p:nvPr>
        </p:nvSpPr>
        <p:spPr>
          <a:xfrm>
            <a:off x="11704320" y="8503920"/>
            <a:ext cx="3738880" cy="266700"/>
          </a:xfrm>
        </p:spPr>
        <p:txBody>
          <a:bodyPr/>
          <a:p>
            <a:fld id="{B6F15528-21DE-4FAA-801E-634DDDAF4B2B}" type="slidenum">
              <a:rPr lang="en-IN" smtClean="0"/>
              <a:t>3</a:t>
            </a:fld>
            <a:endParaRPr lang="en-IN"/>
          </a:p>
        </p:txBody>
      </p:sp>
      <p:pic>
        <p:nvPicPr>
          <p:cNvPr id="2097160"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pic>
        <p:nvPicPr>
          <p:cNvPr id="2097161" name="Picture 4"/>
          <p:cNvPicPr>
            <a:picLocks noChangeAspect="1"/>
          </p:cNvPicPr>
          <p:nvPr/>
        </p:nvPicPr>
        <p:blipFill>
          <a:blip xmlns:r="http://schemas.openxmlformats.org/officeDocument/2006/relationships" r:embed="rId2"/>
          <a:stretch>
            <a:fillRect/>
          </a:stretch>
        </p:blipFill>
        <p:spPr>
          <a:xfrm>
            <a:off x="8494712" y="2514600"/>
            <a:ext cx="6757988" cy="3797130"/>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02" name="object 2"/>
          <p:cNvSpPr txBox="1">
            <a:spLocks noGrp="1"/>
          </p:cNvSpPr>
          <p:nvPr>
            <p:ph type="title"/>
          </p:nvPr>
        </p:nvSpPr>
        <p:spPr>
          <a:xfrm>
            <a:off x="2538730" y="130386"/>
            <a:ext cx="12980670" cy="568744"/>
          </a:xfrm>
          <a:prstGeom prst="rect"/>
        </p:spPr>
        <p:txBody>
          <a:bodyPr bIns="0" lIns="0" rIns="0" rtlCol="0" tIns="14604" vert="horz" wrap="square">
            <a:spAutoFit/>
          </a:bodyPr>
          <a:p>
            <a:pPr marL="12065">
              <a:lnSpc>
                <a:spcPct val="100000"/>
              </a:lnSpc>
              <a:spcBef>
                <a:spcPts val="665"/>
              </a:spcBef>
              <a:buClr>
                <a:srgbClr val="A53010"/>
              </a:buClr>
              <a:tabLst>
                <a:tab algn="l" pos="572770"/>
                <a:tab algn="l" pos="573405"/>
              </a:tabLst>
            </a:pPr>
            <a:r>
              <a:rPr dirty="0" sz="3600" lang="en-US" spc="10">
                <a:solidFill>
                  <a:srgbClr val="404040"/>
                </a:solidFill>
                <a:latin typeface="Arial MT"/>
                <a:cs typeface="Arial MT"/>
              </a:rPr>
              <a:t>2. Literature Review (Background</a:t>
            </a:r>
            <a:r>
              <a:rPr dirty="0" sz="3600" lang="en-US" spc="-5">
                <a:solidFill>
                  <a:srgbClr val="404040"/>
                </a:solidFill>
                <a:latin typeface="Arial MT"/>
                <a:cs typeface="Arial MT"/>
              </a:rPr>
              <a:t> </a:t>
            </a:r>
            <a:r>
              <a:rPr dirty="0" sz="3600" lang="en-US" spc="10">
                <a:solidFill>
                  <a:srgbClr val="404040"/>
                </a:solidFill>
                <a:latin typeface="Arial MT"/>
                <a:cs typeface="Arial MT"/>
              </a:rPr>
              <a:t>of</a:t>
            </a:r>
            <a:r>
              <a:rPr dirty="0" sz="3600" lang="en-US">
                <a:solidFill>
                  <a:srgbClr val="404040"/>
                </a:solidFill>
                <a:latin typeface="Arial MT"/>
                <a:cs typeface="Arial MT"/>
              </a:rPr>
              <a:t> </a:t>
            </a:r>
            <a:r>
              <a:rPr dirty="0" sz="3600" lang="en-US" spc="10">
                <a:solidFill>
                  <a:srgbClr val="404040"/>
                </a:solidFill>
                <a:latin typeface="Arial MT"/>
                <a:cs typeface="Arial MT"/>
              </a:rPr>
              <a:t>or</a:t>
            </a:r>
            <a:r>
              <a:rPr dirty="0" sz="3600" lang="en-US" spc="-5">
                <a:solidFill>
                  <a:srgbClr val="404040"/>
                </a:solidFill>
                <a:latin typeface="Arial MT"/>
                <a:cs typeface="Arial MT"/>
              </a:rPr>
              <a:t> </a:t>
            </a:r>
            <a:r>
              <a:rPr dirty="0" sz="3600" lang="en-US" spc="5">
                <a:solidFill>
                  <a:srgbClr val="404040"/>
                </a:solidFill>
                <a:latin typeface="Arial MT"/>
                <a:cs typeface="Arial MT"/>
              </a:rPr>
              <a:t>Brief </a:t>
            </a:r>
            <a:r>
              <a:rPr dirty="0" sz="3600" lang="en-US" spc="10">
                <a:solidFill>
                  <a:srgbClr val="404040"/>
                </a:solidFill>
                <a:latin typeface="Arial MT"/>
                <a:cs typeface="Arial MT"/>
              </a:rPr>
              <a:t>History)</a:t>
            </a:r>
            <a:endParaRPr dirty="0" sz="3600" lang="en-US">
              <a:latin typeface="Arial MT"/>
              <a:cs typeface="Arial MT"/>
            </a:endParaRPr>
          </a:p>
        </p:txBody>
      </p:sp>
      <p:sp>
        <p:nvSpPr>
          <p:cNvPr id="1048603" name="object 3"/>
          <p:cNvSpPr txBox="1"/>
          <p:nvPr/>
        </p:nvSpPr>
        <p:spPr>
          <a:xfrm>
            <a:off x="1794087" y="2249120"/>
            <a:ext cx="8730615" cy="4348861"/>
          </a:xfrm>
          <a:prstGeom prst="rect"/>
        </p:spPr>
        <p:txBody>
          <a:bodyPr bIns="0" lIns="0" rIns="0" rtlCol="0" tIns="12065" vert="horz" wrap="square">
            <a:spAutoFit/>
          </a:bodyPr>
          <a:p>
            <a:pPr indent="-457200" marL="469900" marR="5080">
              <a:lnSpc>
                <a:spcPct val="100600"/>
              </a:lnSpc>
              <a:spcBef>
                <a:spcPts val="95"/>
              </a:spcBef>
              <a:buClr>
                <a:srgbClr val="A53010"/>
              </a:buClr>
              <a:buFont typeface="Verdana"/>
              <a:buChar char="&gt;"/>
              <a:tabLst>
                <a:tab algn="l" pos="469900"/>
              </a:tabLst>
            </a:pPr>
            <a:r>
              <a:rPr dirty="0" sz="2650" lang="en-US">
                <a:latin typeface="Arial MT"/>
                <a:cs typeface="Arial MT"/>
              </a:rPr>
              <a:t>Waste Management Practices:</a:t>
            </a:r>
          </a:p>
          <a:p>
            <a:pPr marL="12700" marR="5080">
              <a:lnSpc>
                <a:spcPct val="100600"/>
              </a:lnSpc>
              <a:spcBef>
                <a:spcPts val="95"/>
              </a:spcBef>
              <a:buClr>
                <a:srgbClr val="A53010"/>
              </a:buClr>
              <a:tabLst>
                <a:tab algn="l" pos="469900"/>
              </a:tabLst>
            </a:pPr>
            <a:r>
              <a:rPr dirty="0" sz="2650" lang="en-US">
                <a:latin typeface="Arial MT"/>
                <a:cs typeface="Arial MT"/>
              </a:rPr>
              <a:t>Historically, waste was collected without segregation,</a:t>
            </a:r>
          </a:p>
          <a:p>
            <a:pPr marL="12700" marR="5080">
              <a:lnSpc>
                <a:spcPct val="100600"/>
              </a:lnSpc>
              <a:spcBef>
                <a:spcPts val="95"/>
              </a:spcBef>
              <a:buClr>
                <a:srgbClr val="A53010"/>
              </a:buClr>
              <a:tabLst>
                <a:tab algn="l" pos="469900"/>
              </a:tabLst>
            </a:pPr>
            <a:r>
              <a:rPr dirty="0" sz="2650" lang="en-US">
                <a:latin typeface="Arial MT"/>
                <a:cs typeface="Arial MT"/>
              </a:rPr>
              <a:t>leading to increased landfill use. This caused</a:t>
            </a:r>
          </a:p>
          <a:p>
            <a:pPr marL="12700" marR="5080">
              <a:lnSpc>
                <a:spcPct val="100600"/>
              </a:lnSpc>
              <a:spcBef>
                <a:spcPts val="95"/>
              </a:spcBef>
              <a:buClr>
                <a:srgbClr val="A53010"/>
              </a:buClr>
              <a:tabLst>
                <a:tab algn="l" pos="469900"/>
              </a:tabLst>
            </a:pPr>
            <a:r>
              <a:rPr dirty="0" sz="2650" lang="en-US">
                <a:latin typeface="Arial MT"/>
                <a:cs typeface="Arial MT"/>
              </a:rPr>
              <a:t>environmental degradation and health issues.</a:t>
            </a:r>
          </a:p>
          <a:p>
            <a:pPr indent="-457200" marL="469900" marR="5080">
              <a:lnSpc>
                <a:spcPct val="100600"/>
              </a:lnSpc>
              <a:spcBef>
                <a:spcPts val="95"/>
              </a:spcBef>
              <a:buClr>
                <a:srgbClr val="A53010"/>
              </a:buClr>
              <a:buFont typeface="Verdana"/>
              <a:buChar char="&gt;"/>
              <a:tabLst>
                <a:tab algn="l" pos="469900"/>
              </a:tabLst>
            </a:pPr>
            <a:endParaRPr dirty="0" sz="2650" lang="en-US">
              <a:latin typeface="Arial MT"/>
              <a:cs typeface="Arial MT"/>
            </a:endParaRPr>
          </a:p>
          <a:p>
            <a:pPr indent="-457200" marL="469900" marR="5080">
              <a:lnSpc>
                <a:spcPct val="100600"/>
              </a:lnSpc>
              <a:spcBef>
                <a:spcPts val="95"/>
              </a:spcBef>
              <a:buClr>
                <a:srgbClr val="A53010"/>
              </a:buClr>
              <a:buFont typeface="Verdana"/>
              <a:buChar char="&gt;"/>
              <a:tabLst>
                <a:tab algn="l" pos="469900"/>
              </a:tabLst>
            </a:pPr>
            <a:r>
              <a:rPr dirty="0" sz="2650" lang="en-US">
                <a:latin typeface="Arial MT"/>
                <a:cs typeface="Arial MT"/>
              </a:rPr>
              <a:t>Introduction of Waste Segregation:</a:t>
            </a:r>
          </a:p>
          <a:p>
            <a:pPr marL="12700" marR="5080">
              <a:lnSpc>
                <a:spcPct val="100600"/>
              </a:lnSpc>
              <a:spcBef>
                <a:spcPts val="95"/>
              </a:spcBef>
              <a:buClr>
                <a:srgbClr val="A53010"/>
              </a:buClr>
              <a:tabLst>
                <a:tab algn="l" pos="469900"/>
              </a:tabLst>
            </a:pPr>
            <a:r>
              <a:rPr dirty="0" sz="2650" lang="en-US">
                <a:latin typeface="Arial MT"/>
                <a:cs typeface="Arial MT"/>
              </a:rPr>
              <a:t>Governments and NGOs began promoting segregation</a:t>
            </a:r>
          </a:p>
          <a:p>
            <a:pPr marL="12700" marR="5080">
              <a:lnSpc>
                <a:spcPct val="100600"/>
              </a:lnSpc>
              <a:spcBef>
                <a:spcPts val="95"/>
              </a:spcBef>
              <a:buClr>
                <a:srgbClr val="A53010"/>
              </a:buClr>
              <a:tabLst>
                <a:tab algn="l" pos="469900"/>
              </a:tabLst>
            </a:pPr>
            <a:r>
              <a:rPr dirty="0" sz="2650" lang="en-US">
                <a:latin typeface="Arial MT"/>
                <a:cs typeface="Arial MT"/>
              </a:rPr>
              <a:t>into wet and dry waste to aid recycling. However,</a:t>
            </a:r>
          </a:p>
          <a:p>
            <a:pPr marL="12700" marR="5080">
              <a:lnSpc>
                <a:spcPct val="100600"/>
              </a:lnSpc>
              <a:spcBef>
                <a:spcPts val="95"/>
              </a:spcBef>
              <a:buClr>
                <a:srgbClr val="A53010"/>
              </a:buClr>
              <a:tabLst>
                <a:tab algn="l" pos="469900"/>
              </a:tabLst>
            </a:pPr>
            <a:r>
              <a:rPr dirty="0" sz="2650" lang="en-US">
                <a:latin typeface="Arial MT"/>
                <a:cs typeface="Arial MT"/>
              </a:rPr>
              <a:t>manual methods remained inefficient and</a:t>
            </a:r>
          </a:p>
          <a:p>
            <a:pPr marL="12700" marR="5080">
              <a:lnSpc>
                <a:spcPct val="100600"/>
              </a:lnSpc>
              <a:spcBef>
                <a:spcPts val="95"/>
              </a:spcBef>
              <a:buClr>
                <a:srgbClr val="A53010"/>
              </a:buClr>
              <a:tabLst>
                <a:tab algn="l" pos="469900"/>
              </a:tabLst>
            </a:pPr>
            <a:r>
              <a:rPr dirty="0" sz="2650" lang="en-US">
                <a:latin typeface="Arial MT"/>
                <a:cs typeface="Arial MT"/>
              </a:rPr>
              <a:t>labor-intensive.</a:t>
            </a:r>
          </a:p>
          <a:p>
            <a:pPr marL="12700" marR="5080">
              <a:lnSpc>
                <a:spcPct val="100600"/>
              </a:lnSpc>
              <a:spcBef>
                <a:spcPts val="95"/>
              </a:spcBef>
              <a:buClr>
                <a:srgbClr val="A53010"/>
              </a:buClr>
              <a:tabLst>
                <a:tab algn="l" pos="469900"/>
              </a:tabLst>
            </a:pPr>
            <a:endParaRPr dirty="0" sz="2650" lang="en-US">
              <a:latin typeface="Arial MT"/>
              <a:cs typeface="Arial MT"/>
            </a:endParaRPr>
          </a:p>
        </p:txBody>
      </p:sp>
      <p:sp>
        <p:nvSpPr>
          <p:cNvPr id="1048604" name="object 4"/>
          <p:cNvSpPr txBox="1"/>
          <p:nvPr/>
        </p:nvSpPr>
        <p:spPr>
          <a:xfrm>
            <a:off x="1794087" y="5704840"/>
            <a:ext cx="327660" cy="395604"/>
          </a:xfrm>
          <a:prstGeom prst="rect"/>
        </p:spPr>
        <p:txBody>
          <a:bodyPr bIns="0" lIns="0" rIns="0" rtlCol="0" tIns="14604" vert="horz" wrap="square">
            <a:spAutoFit/>
          </a:bodyPr>
          <a:p>
            <a:pPr marL="12700">
              <a:lnSpc>
                <a:spcPct val="100000"/>
              </a:lnSpc>
              <a:spcBef>
                <a:spcPts val="114"/>
              </a:spcBef>
            </a:pPr>
            <a:r>
              <a:rPr dirty="0" sz="2650" spc="160">
                <a:solidFill>
                  <a:srgbClr val="A53010"/>
                </a:solidFill>
                <a:latin typeface="Verdana"/>
                <a:cs typeface="Verdana"/>
              </a:rPr>
              <a:t>´</a:t>
            </a:r>
            <a:endParaRPr sz="2650">
              <a:latin typeface="Verdana"/>
              <a:cs typeface="Verdana"/>
            </a:endParaRPr>
          </a:p>
        </p:txBody>
      </p:sp>
      <p:sp>
        <p:nvSpPr>
          <p:cNvPr id="1048605" name="Date Placeholder 6"/>
          <p:cNvSpPr>
            <a:spLocks noGrp="1"/>
          </p:cNvSpPr>
          <p:nvPr>
            <p:ph type="dt" sz="half" idx="6"/>
          </p:nvPr>
        </p:nvSpPr>
        <p:spPr>
          <a:xfrm>
            <a:off x="812800" y="8503920"/>
            <a:ext cx="3738880" cy="266700"/>
          </a:xfrm>
        </p:spPr>
        <p:txBody>
          <a:bodyPr/>
          <a:p>
            <a:fld id="{E0CFDD90-0468-42BF-A13A-4178DB09BF6F}" type="datetime1">
              <a:rPr lang="en-IN" smtClean="0"/>
              <a:t>11/21/2025</a:t>
            </a:fld>
            <a:endParaRPr lang="en-US"/>
          </a:p>
        </p:txBody>
      </p:sp>
      <p:sp>
        <p:nvSpPr>
          <p:cNvPr id="1048606" name="Slide Number Placeholder 7"/>
          <p:cNvSpPr>
            <a:spLocks noGrp="1"/>
          </p:cNvSpPr>
          <p:nvPr>
            <p:ph type="sldNum" sz="quarter" idx="7"/>
          </p:nvPr>
        </p:nvSpPr>
        <p:spPr>
          <a:xfrm>
            <a:off x="11704320" y="8503920"/>
            <a:ext cx="3738880" cy="266700"/>
          </a:xfrm>
        </p:spPr>
        <p:txBody>
          <a:bodyPr/>
          <a:p>
            <a:fld id="{B6F15528-21DE-4FAA-801E-634DDDAF4B2B}" type="slidenum">
              <a:rPr lang="en-IN" smtClean="0"/>
              <a:t>4</a:t>
            </a:fld>
            <a:endParaRPr lang="en-IN"/>
          </a:p>
        </p:txBody>
      </p:sp>
      <p:pic>
        <p:nvPicPr>
          <p:cNvPr id="2097162" name="object 10"/>
          <p:cNvPicPr>
            <a:picLocks/>
          </p:cNvPicPr>
          <p:nvPr/>
        </p:nvPicPr>
        <p:blipFill>
          <a:blip xmlns:r="http://schemas.openxmlformats.org/officeDocument/2006/relationships" r:embed="rId1" cstate="print"/>
          <a:stretch>
            <a:fillRect/>
          </a:stretch>
        </p:blipFill>
        <p:spPr>
          <a:xfrm>
            <a:off x="14376400" y="117686"/>
            <a:ext cx="1752600" cy="1406314"/>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07" name="object 2"/>
          <p:cNvSpPr txBox="1">
            <a:spLocks noGrp="1"/>
          </p:cNvSpPr>
          <p:nvPr>
            <p:ph type="title"/>
          </p:nvPr>
        </p:nvSpPr>
        <p:spPr>
          <a:xfrm>
            <a:off x="3289300" y="182880"/>
            <a:ext cx="9677399" cy="816610"/>
          </a:xfrm>
          <a:prstGeom prst="rect"/>
        </p:spPr>
        <p:txBody>
          <a:bodyPr bIns="0" lIns="0" rIns="0" rtlCol="0" tIns="16510" vert="horz" wrap="square">
            <a:spAutoFit/>
          </a:bodyPr>
          <a:p>
            <a:pPr marL="12700">
              <a:lnSpc>
                <a:spcPct val="100000"/>
              </a:lnSpc>
              <a:spcBef>
                <a:spcPts val="130"/>
              </a:spcBef>
            </a:pPr>
            <a:r>
              <a:rPr dirty="0" sz="5400" lang="en-IN" spc="15"/>
              <a:t>3. </a:t>
            </a:r>
            <a:r>
              <a:rPr dirty="0" sz="5400" spc="15"/>
              <a:t>WORKING</a:t>
            </a:r>
            <a:r>
              <a:rPr dirty="0" sz="5400" lang="en-IN" spc="15"/>
              <a:t> PRINCIPLE</a:t>
            </a:r>
            <a:endParaRPr dirty="0" sz="5400" spc="15"/>
          </a:p>
        </p:txBody>
      </p:sp>
      <p:sp>
        <p:nvSpPr>
          <p:cNvPr id="1048608" name="object 3"/>
          <p:cNvSpPr txBox="1"/>
          <p:nvPr/>
        </p:nvSpPr>
        <p:spPr>
          <a:xfrm>
            <a:off x="1930400" y="2971800"/>
            <a:ext cx="13487400" cy="2413000"/>
          </a:xfrm>
          <a:prstGeom prst="rect"/>
        </p:spPr>
        <p:txBody>
          <a:bodyPr bIns="0" lIns="0" rIns="0" rtlCol="0" tIns="12700" vert="horz" wrap="square">
            <a:spAutoFit/>
          </a:bodyPr>
          <a:p>
            <a:pPr algn="just" marL="12700" marR="5080">
              <a:lnSpc>
                <a:spcPct val="100000"/>
              </a:lnSpc>
              <a:spcBef>
                <a:spcPts val="100"/>
              </a:spcBef>
              <a:buClr>
                <a:srgbClr val="A53010"/>
              </a:buClr>
              <a:buFont typeface="Verdana"/>
              <a:buChar char="&gt;"/>
              <a:tabLst>
                <a:tab algn="l" pos="487045"/>
              </a:tabLst>
            </a:pPr>
            <a:r>
              <a:rPr dirty="0" sz="2200" lang="en-US" spc="-5">
                <a:solidFill>
                  <a:srgbClr val="404040"/>
                </a:solidFill>
                <a:latin typeface="Arial MT"/>
                <a:cs typeface="Arial MT"/>
              </a:rPr>
              <a:t>The </a:t>
            </a:r>
            <a:r>
              <a:rPr dirty="0" sz="2800" lang="en-US" spc="-5">
                <a:solidFill>
                  <a:srgbClr val="404040"/>
                </a:solidFill>
                <a:latin typeface="Arial MT"/>
                <a:cs typeface="Arial MT"/>
              </a:rPr>
              <a:t>system</a:t>
            </a:r>
            <a:r>
              <a:rPr dirty="0" sz="2200" lang="en-US" spc="-5">
                <a:solidFill>
                  <a:srgbClr val="404040"/>
                </a:solidFill>
                <a:latin typeface="Arial MT"/>
                <a:cs typeface="Arial MT"/>
              </a:rPr>
              <a:t> uses sensors like a moisture </a:t>
            </a:r>
            <a:r>
              <a:rPr dirty="0" sz="2200" lang="en-US" spc="-5" err="1">
                <a:solidFill>
                  <a:srgbClr val="404040"/>
                </a:solidFill>
                <a:latin typeface="Arial MT"/>
                <a:cs typeface="Arial MT"/>
              </a:rPr>
              <a:t>sensorand</a:t>
            </a:r>
            <a:r>
              <a:rPr dirty="0" sz="2200" lang="en-US" spc="-5">
                <a:solidFill>
                  <a:srgbClr val="404040"/>
                </a:solidFill>
                <a:latin typeface="Arial MT"/>
                <a:cs typeface="Arial MT"/>
              </a:rPr>
              <a:t> metal detector to identify the type of waste.</a:t>
            </a:r>
          </a:p>
          <a:p>
            <a:pPr algn="just" marL="12700" marR="5080">
              <a:lnSpc>
                <a:spcPct val="100000"/>
              </a:lnSpc>
              <a:spcBef>
                <a:spcPts val="100"/>
              </a:spcBef>
              <a:buClr>
                <a:srgbClr val="A53010"/>
              </a:buClr>
              <a:tabLst>
                <a:tab algn="l" pos="487045"/>
              </a:tabLst>
            </a:pPr>
            <a:endParaRPr dirty="0" sz="2200" lang="en-US" spc="-5">
              <a:solidFill>
                <a:srgbClr val="404040"/>
              </a:solidFill>
              <a:latin typeface="Arial MT"/>
              <a:cs typeface="Arial MT"/>
            </a:endParaRPr>
          </a:p>
          <a:p>
            <a:pPr algn="just" marL="12700" marR="5080">
              <a:lnSpc>
                <a:spcPct val="100000"/>
              </a:lnSpc>
              <a:spcBef>
                <a:spcPts val="100"/>
              </a:spcBef>
              <a:buClr>
                <a:srgbClr val="A53010"/>
              </a:buClr>
              <a:buFont typeface="Verdana"/>
              <a:buChar char="&gt;"/>
              <a:tabLst>
                <a:tab algn="l" pos="487045"/>
              </a:tabLst>
            </a:pPr>
            <a:r>
              <a:rPr dirty="0" sz="2200" lang="en-US" spc="-5">
                <a:solidFill>
                  <a:srgbClr val="404040"/>
                </a:solidFill>
                <a:latin typeface="Arial MT"/>
                <a:cs typeface="Arial MT"/>
              </a:rPr>
              <a:t>Each sensor sends signals to the Arduino based</a:t>
            </a:r>
          </a:p>
          <a:p>
            <a:pPr algn="just" marL="12700" marR="5080">
              <a:lnSpc>
                <a:spcPct val="100000"/>
              </a:lnSpc>
              <a:spcBef>
                <a:spcPts val="100"/>
              </a:spcBef>
              <a:buClr>
                <a:srgbClr val="A53010"/>
              </a:buClr>
              <a:tabLst>
                <a:tab algn="l" pos="487045"/>
              </a:tabLst>
            </a:pPr>
            <a:r>
              <a:rPr dirty="0" sz="2200" lang="en-US" spc="-5">
                <a:solidFill>
                  <a:srgbClr val="404040"/>
                </a:solidFill>
                <a:latin typeface="Arial MT"/>
                <a:cs typeface="Arial MT"/>
              </a:rPr>
              <a:t>on the waste's properties.</a:t>
            </a:r>
          </a:p>
          <a:p>
            <a:pPr algn="just" marL="12700" marR="5080">
              <a:lnSpc>
                <a:spcPct val="100000"/>
              </a:lnSpc>
              <a:spcBef>
                <a:spcPts val="100"/>
              </a:spcBef>
              <a:buClr>
                <a:srgbClr val="A53010"/>
              </a:buClr>
              <a:buFont typeface="Verdana"/>
              <a:buChar char="&gt;"/>
              <a:tabLst>
                <a:tab algn="l" pos="487045"/>
              </a:tabLst>
            </a:pPr>
            <a:endParaRPr dirty="0" sz="2200" lang="en-US" spc="-5">
              <a:solidFill>
                <a:srgbClr val="404040"/>
              </a:solidFill>
              <a:latin typeface="Arial MT"/>
              <a:cs typeface="Arial MT"/>
            </a:endParaRPr>
          </a:p>
          <a:p>
            <a:pPr algn="just" marL="12700" marR="5080">
              <a:lnSpc>
                <a:spcPct val="100000"/>
              </a:lnSpc>
              <a:spcBef>
                <a:spcPts val="100"/>
              </a:spcBef>
              <a:buClr>
                <a:srgbClr val="A53010"/>
              </a:buClr>
              <a:buFont typeface="Verdana"/>
              <a:buChar char="&gt;"/>
              <a:tabLst>
                <a:tab algn="l" pos="487045"/>
              </a:tabLst>
            </a:pPr>
            <a:r>
              <a:rPr dirty="0" sz="2200" lang="en-US" spc="-5">
                <a:solidFill>
                  <a:srgbClr val="404040"/>
                </a:solidFill>
                <a:latin typeface="Arial MT"/>
                <a:cs typeface="Arial MT"/>
              </a:rPr>
              <a:t>The Arduino microcontroller processes the input</a:t>
            </a:r>
          </a:p>
          <a:p>
            <a:pPr algn="just" marL="12700" marR="5080">
              <a:lnSpc>
                <a:spcPct val="100000"/>
              </a:lnSpc>
              <a:spcBef>
                <a:spcPts val="100"/>
              </a:spcBef>
              <a:buClr>
                <a:srgbClr val="A53010"/>
              </a:buClr>
              <a:tabLst>
                <a:tab algn="l" pos="487045"/>
              </a:tabLst>
            </a:pPr>
            <a:r>
              <a:rPr dirty="0" sz="2200" lang="en-US" spc="-5">
                <a:solidFill>
                  <a:srgbClr val="404040"/>
                </a:solidFill>
                <a:latin typeface="Arial MT"/>
                <a:cs typeface="Arial MT"/>
              </a:rPr>
              <a:t>from sensors. It then decides whether the waste is wet, dry, or metallic.</a:t>
            </a:r>
            <a:endParaRPr dirty="0" sz="2200">
              <a:latin typeface="Arial MT"/>
              <a:cs typeface="Arial MT"/>
            </a:endParaRPr>
          </a:p>
        </p:txBody>
      </p:sp>
      <p:sp>
        <p:nvSpPr>
          <p:cNvPr id="1048609" name="Date Placeholder 5"/>
          <p:cNvSpPr>
            <a:spLocks noGrp="1"/>
          </p:cNvSpPr>
          <p:nvPr>
            <p:ph type="dt" sz="half" idx="6"/>
          </p:nvPr>
        </p:nvSpPr>
        <p:spPr>
          <a:xfrm>
            <a:off x="812800" y="8503920"/>
            <a:ext cx="3738880" cy="266700"/>
          </a:xfrm>
        </p:spPr>
        <p:txBody>
          <a:bodyPr/>
          <a:p>
            <a:fld id="{141B5437-5C41-4480-A1D8-E73606FA8D11}" type="datetime1">
              <a:rPr lang="en-IN" smtClean="0"/>
              <a:t>11/21/2025</a:t>
            </a:fld>
            <a:endParaRPr lang="en-US"/>
          </a:p>
        </p:txBody>
      </p:sp>
      <p:sp>
        <p:nvSpPr>
          <p:cNvPr id="1048610" name="Slide Number Placeholder 6"/>
          <p:cNvSpPr>
            <a:spLocks noGrp="1"/>
          </p:cNvSpPr>
          <p:nvPr>
            <p:ph type="sldNum" sz="quarter" idx="7"/>
          </p:nvPr>
        </p:nvSpPr>
        <p:spPr>
          <a:xfrm>
            <a:off x="11704320" y="8503920"/>
            <a:ext cx="3738880" cy="266700"/>
          </a:xfrm>
        </p:spPr>
        <p:txBody>
          <a:bodyPr/>
          <a:p>
            <a:fld id="{B6F15528-21DE-4FAA-801E-634DDDAF4B2B}" type="slidenum">
              <a:rPr lang="en-IN" smtClean="0"/>
              <a:t>5</a:t>
            </a:fld>
            <a:endParaRPr lang="en-IN"/>
          </a:p>
        </p:txBody>
      </p:sp>
      <p:pic>
        <p:nvPicPr>
          <p:cNvPr id="2097163"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611" name="object 2"/>
          <p:cNvSpPr txBox="1">
            <a:spLocks noGrp="1"/>
          </p:cNvSpPr>
          <p:nvPr>
            <p:ph type="title"/>
          </p:nvPr>
        </p:nvSpPr>
        <p:spPr>
          <a:xfrm>
            <a:off x="6601458" y="96096"/>
            <a:ext cx="5793741" cy="803910"/>
          </a:xfrm>
          <a:prstGeom prst="rect"/>
        </p:spPr>
        <p:txBody>
          <a:bodyPr bIns="0" lIns="0" rIns="0" rtlCol="0" tIns="16510" vert="horz" wrap="square">
            <a:spAutoFit/>
          </a:bodyPr>
          <a:p>
            <a:pPr marL="12700">
              <a:lnSpc>
                <a:spcPct val="100000"/>
              </a:lnSpc>
              <a:spcBef>
                <a:spcPts val="130"/>
              </a:spcBef>
            </a:pPr>
            <a:r>
              <a:rPr dirty="0" lang="en-IN" spc="15"/>
              <a:t>4. </a:t>
            </a:r>
            <a:r>
              <a:rPr dirty="0" spc="15"/>
              <a:t>C</a:t>
            </a:r>
            <a:r>
              <a:rPr dirty="0" spc="5"/>
              <a:t>as</a:t>
            </a:r>
            <a:r>
              <a:rPr dirty="0" spc="15"/>
              <a:t>e</a:t>
            </a:r>
            <a:r>
              <a:rPr dirty="0" spc="-409"/>
              <a:t> </a:t>
            </a:r>
            <a:r>
              <a:rPr dirty="0" lang="en-IN" spc="5"/>
              <a:t>S</a:t>
            </a:r>
            <a:r>
              <a:rPr dirty="0" spc="10" err="1"/>
              <a:t>tud</a:t>
            </a:r>
            <a:r>
              <a:rPr dirty="0" spc="15" err="1"/>
              <a:t>y</a:t>
            </a:r>
            <a:endParaRPr dirty="0" spc="15"/>
          </a:p>
        </p:txBody>
      </p:sp>
      <p:sp>
        <p:nvSpPr>
          <p:cNvPr id="1048612" name="object 3"/>
          <p:cNvSpPr txBox="1"/>
          <p:nvPr/>
        </p:nvSpPr>
        <p:spPr>
          <a:xfrm>
            <a:off x="2184400" y="1814604"/>
            <a:ext cx="7710170" cy="5595950"/>
          </a:xfrm>
          <a:prstGeom prst="rect"/>
        </p:spPr>
        <p:txBody>
          <a:bodyPr bIns="0" lIns="0" rIns="0" rtlCol="0" tIns="12065" vert="horz" wrap="square">
            <a:spAutoFit/>
          </a:bodyPr>
          <a:p>
            <a:pPr marL="12700" marR="5080">
              <a:lnSpc>
                <a:spcPct val="100600"/>
              </a:lnSpc>
              <a:spcBef>
                <a:spcPts val="95"/>
              </a:spcBef>
              <a:tabLst>
                <a:tab algn="l" pos="1703070"/>
              </a:tabLst>
            </a:pPr>
            <a:r>
              <a:rPr dirty="0" sz="2400" lang="en-US"/>
              <a:t>&gt;</a:t>
            </a:r>
            <a:r>
              <a:rPr dirty="0" sz="2800" lang="en-US"/>
              <a:t>Waste management has become one of the most </a:t>
            </a:r>
            <a:r>
              <a:rPr dirty="0" sz="2200" lang="en-US"/>
              <a:t>pressing</a:t>
            </a:r>
            <a:r>
              <a:rPr dirty="0" sz="2800" lang="en-US"/>
              <a:t> issues in modern society due to rapid urbanization and industrial growth. </a:t>
            </a:r>
          </a:p>
          <a:p>
            <a:pPr marL="12700" marR="5080">
              <a:lnSpc>
                <a:spcPct val="100600"/>
              </a:lnSpc>
              <a:spcBef>
                <a:spcPts val="95"/>
              </a:spcBef>
              <a:tabLst>
                <a:tab algn="l" pos="1703070"/>
              </a:tabLst>
            </a:pPr>
            <a:endParaRPr dirty="0" sz="2400" lang="en-US"/>
          </a:p>
          <a:p>
            <a:pPr marL="12700" marR="5080">
              <a:lnSpc>
                <a:spcPct val="100600"/>
              </a:lnSpc>
              <a:spcBef>
                <a:spcPts val="95"/>
              </a:spcBef>
              <a:tabLst>
                <a:tab algn="l" pos="1703070"/>
              </a:tabLst>
            </a:pPr>
            <a:r>
              <a:rPr dirty="0" sz="2800" lang="en-US"/>
              <a:t>&gt;The main objective of this project is to design and implement an automatic system that can identify and separate different types of waste without human intervention.</a:t>
            </a:r>
          </a:p>
          <a:p>
            <a:pPr marL="12700" marR="5080">
              <a:lnSpc>
                <a:spcPct val="100600"/>
              </a:lnSpc>
              <a:spcBef>
                <a:spcPts val="95"/>
              </a:spcBef>
              <a:tabLst>
                <a:tab algn="l" pos="1703070"/>
              </a:tabLst>
            </a:pPr>
            <a:endParaRPr dirty="0" sz="2650">
              <a:latin typeface="Arial MT"/>
              <a:cs typeface="Arial MT"/>
            </a:endParaRPr>
          </a:p>
          <a:p>
            <a:pPr marL="12700" marR="156845">
              <a:lnSpc>
                <a:spcPct val="100600"/>
              </a:lnSpc>
              <a:spcBef>
                <a:spcPts val="1330"/>
              </a:spcBef>
              <a:buClr>
                <a:srgbClr val="A53010"/>
              </a:buClr>
              <a:tabLst>
                <a:tab algn="l" pos="408305"/>
                <a:tab algn="l" pos="2191385"/>
              </a:tabLst>
            </a:pPr>
            <a:r>
              <a:rPr dirty="0" sz="2800" lang="en-US"/>
              <a:t>&gt;The system is built around an Arduino Uno microcontroller, which acts as the brain of the setup. Several sensors are used to identify the type of waste placed in the system. </a:t>
            </a:r>
            <a:endParaRPr dirty="0" sz="2650">
              <a:latin typeface="Arial MT"/>
              <a:cs typeface="Arial MT"/>
            </a:endParaRPr>
          </a:p>
        </p:txBody>
      </p:sp>
      <p:sp>
        <p:nvSpPr>
          <p:cNvPr id="1048613" name="Date Placeholder 4"/>
          <p:cNvSpPr>
            <a:spLocks noGrp="1"/>
          </p:cNvSpPr>
          <p:nvPr>
            <p:ph type="dt" sz="half" idx="6"/>
          </p:nvPr>
        </p:nvSpPr>
        <p:spPr>
          <a:xfrm>
            <a:off x="812800" y="8503920"/>
            <a:ext cx="3738880" cy="266700"/>
          </a:xfrm>
        </p:spPr>
        <p:txBody>
          <a:bodyPr/>
          <a:p>
            <a:fld id="{59115942-0713-44BE-9279-5EFEA164F49C}" type="datetime1">
              <a:rPr lang="en-IN" smtClean="0"/>
              <a:t>11/21/2025</a:t>
            </a:fld>
            <a:endParaRPr lang="en-US"/>
          </a:p>
        </p:txBody>
      </p:sp>
      <p:sp>
        <p:nvSpPr>
          <p:cNvPr id="1048614" name="Slide Number Placeholder 5"/>
          <p:cNvSpPr>
            <a:spLocks noGrp="1"/>
          </p:cNvSpPr>
          <p:nvPr>
            <p:ph type="sldNum" sz="quarter" idx="7"/>
          </p:nvPr>
        </p:nvSpPr>
        <p:spPr>
          <a:xfrm>
            <a:off x="11704320" y="8503920"/>
            <a:ext cx="3738880" cy="266700"/>
          </a:xfrm>
        </p:spPr>
        <p:txBody>
          <a:bodyPr/>
          <a:p>
            <a:fld id="{B6F15528-21DE-4FAA-801E-634DDDAF4B2B}" type="slidenum">
              <a:rPr lang="en-IN" smtClean="0"/>
              <a:t>6</a:t>
            </a:fld>
            <a:endParaRPr lang="en-IN"/>
          </a:p>
        </p:txBody>
      </p:sp>
      <p:pic>
        <p:nvPicPr>
          <p:cNvPr id="2097164"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15" name="object 2"/>
          <p:cNvSpPr txBox="1">
            <a:spLocks noGrp="1"/>
          </p:cNvSpPr>
          <p:nvPr>
            <p:ph type="title"/>
          </p:nvPr>
        </p:nvSpPr>
        <p:spPr>
          <a:xfrm>
            <a:off x="3324437" y="191770"/>
            <a:ext cx="9832989" cy="753410"/>
          </a:xfrm>
          <a:prstGeom prst="rect"/>
        </p:spPr>
        <p:txBody>
          <a:bodyPr bIns="0" lIns="0" rIns="0" rtlCol="0" tIns="14604" vert="horz" wrap="square">
            <a:spAutoFit/>
          </a:bodyPr>
          <a:p>
            <a:pPr marL="12700">
              <a:lnSpc>
                <a:spcPct val="100000"/>
              </a:lnSpc>
              <a:spcBef>
                <a:spcPts val="114"/>
              </a:spcBef>
            </a:pPr>
            <a:r>
              <a:rPr dirty="0" sz="4800" lang="en-IN"/>
              <a:t>5. </a:t>
            </a:r>
            <a:r>
              <a:rPr dirty="0" sz="4800"/>
              <a:t>General Arrangement </a:t>
            </a:r>
            <a:r>
              <a:rPr dirty="0" sz="4800" spc="5"/>
              <a:t>of </a:t>
            </a:r>
            <a:r>
              <a:rPr dirty="0" sz="4800"/>
              <a:t>Device</a:t>
            </a:r>
          </a:p>
        </p:txBody>
      </p:sp>
      <p:pic>
        <p:nvPicPr>
          <p:cNvPr id="2097165" name="object 3"/>
          <p:cNvPicPr>
            <a:picLocks/>
          </p:cNvPicPr>
          <p:nvPr/>
        </p:nvPicPr>
        <p:blipFill>
          <a:blip xmlns:r="http://schemas.openxmlformats.org/officeDocument/2006/relationships" r:embed="rId1" cstate="print"/>
          <a:stretch>
            <a:fillRect/>
          </a:stretch>
        </p:blipFill>
        <p:spPr>
          <a:xfrm>
            <a:off x="3078904" y="1299210"/>
            <a:ext cx="232833" cy="232833"/>
          </a:xfrm>
          <a:prstGeom prst="rect"/>
        </p:spPr>
      </p:pic>
      <p:pic>
        <p:nvPicPr>
          <p:cNvPr id="2097166" name="object 4"/>
          <p:cNvPicPr>
            <a:picLocks/>
          </p:cNvPicPr>
          <p:nvPr/>
        </p:nvPicPr>
        <p:blipFill>
          <a:blip xmlns:r="http://schemas.openxmlformats.org/officeDocument/2006/relationships" r:embed="rId1" cstate="print"/>
          <a:stretch>
            <a:fillRect/>
          </a:stretch>
        </p:blipFill>
        <p:spPr>
          <a:xfrm>
            <a:off x="3078904" y="1874943"/>
            <a:ext cx="232833" cy="232833"/>
          </a:xfrm>
          <a:prstGeom prst="rect"/>
        </p:spPr>
      </p:pic>
      <p:pic>
        <p:nvPicPr>
          <p:cNvPr id="2097167" name="object 5"/>
          <p:cNvPicPr>
            <a:picLocks/>
          </p:cNvPicPr>
          <p:nvPr/>
        </p:nvPicPr>
        <p:blipFill>
          <a:blip xmlns:r="http://schemas.openxmlformats.org/officeDocument/2006/relationships" r:embed="rId1" cstate="print"/>
          <a:stretch>
            <a:fillRect/>
          </a:stretch>
        </p:blipFill>
        <p:spPr>
          <a:xfrm>
            <a:off x="3078904" y="2450677"/>
            <a:ext cx="232833" cy="232833"/>
          </a:xfrm>
          <a:prstGeom prst="rect"/>
        </p:spPr>
      </p:pic>
      <p:sp>
        <p:nvSpPr>
          <p:cNvPr id="1048616" name="object 6"/>
          <p:cNvSpPr txBox="1"/>
          <p:nvPr/>
        </p:nvSpPr>
        <p:spPr>
          <a:xfrm>
            <a:off x="3175000" y="1017608"/>
            <a:ext cx="11963400" cy="2578100"/>
          </a:xfrm>
          <a:prstGeom prst="rect"/>
        </p:spPr>
        <p:txBody>
          <a:bodyPr bIns="0" lIns="0" rIns="0" rtlCol="0" tIns="184150" vert="horz" wrap="square">
            <a:spAutoFit/>
          </a:bodyPr>
          <a:p>
            <a:pPr marL="245110">
              <a:spcBef>
                <a:spcPts val="1450"/>
              </a:spcBef>
            </a:pPr>
            <a:r>
              <a:rPr dirty="0" sz="2400" lang="en-US"/>
              <a:t>Three separate bins are for collecting metallic, wet, and dry waste automatically.</a:t>
            </a:r>
          </a:p>
          <a:p>
            <a:pPr marL="245110">
              <a:spcBef>
                <a:spcPts val="1450"/>
              </a:spcBef>
            </a:pPr>
            <a:r>
              <a:rPr dirty="0" sz="2400" lang="en-US"/>
              <a:t>The Arduino control unit processes sensor data and servo motors </a:t>
            </a:r>
            <a:r>
              <a:rPr dirty="0" sz="2400" lang="en-US" err="1"/>
              <a:t>forsegregation</a:t>
            </a:r>
            <a:r>
              <a:rPr dirty="0" sz="2400" lang="en-US"/>
              <a:t>.</a:t>
            </a:r>
          </a:p>
          <a:p>
            <a:pPr marL="245110">
              <a:spcBef>
                <a:spcPts val="1450"/>
              </a:spcBef>
            </a:pPr>
            <a:r>
              <a:rPr dirty="0" sz="2400" lang="en-US"/>
              <a:t>The device consists of an </a:t>
            </a:r>
            <a:r>
              <a:rPr b="1" dirty="0" sz="2400" lang="en-US"/>
              <a:t>input section</a:t>
            </a:r>
            <a:r>
              <a:rPr dirty="0" sz="2400" lang="en-US"/>
              <a:t> where waste is placed and detected by sensors.</a:t>
            </a:r>
          </a:p>
          <a:p>
            <a:pPr marL="245110">
              <a:spcBef>
                <a:spcPts val="1450"/>
              </a:spcBef>
            </a:pPr>
            <a:endParaRPr dirty="0" sz="2800" lang="en-US"/>
          </a:p>
        </p:txBody>
      </p:sp>
      <p:sp>
        <p:nvSpPr>
          <p:cNvPr id="1048617" name="Date Placeholder 7"/>
          <p:cNvSpPr>
            <a:spLocks noGrp="1"/>
          </p:cNvSpPr>
          <p:nvPr>
            <p:ph type="dt" sz="half" idx="6"/>
          </p:nvPr>
        </p:nvSpPr>
        <p:spPr>
          <a:xfrm>
            <a:off x="812800" y="8503920"/>
            <a:ext cx="3738880" cy="266700"/>
          </a:xfrm>
        </p:spPr>
        <p:txBody>
          <a:bodyPr/>
          <a:p>
            <a:fld id="{D9B1CE58-F86E-474C-9071-D0FCD40DC164}" type="datetime1">
              <a:rPr lang="en-IN" smtClean="0"/>
              <a:t>11/21/2025</a:t>
            </a:fld>
            <a:endParaRPr lang="en-US"/>
          </a:p>
        </p:txBody>
      </p:sp>
      <p:sp>
        <p:nvSpPr>
          <p:cNvPr id="1048618" name="Slide Number Placeholder 8"/>
          <p:cNvSpPr>
            <a:spLocks noGrp="1"/>
          </p:cNvSpPr>
          <p:nvPr>
            <p:ph type="sldNum" sz="quarter" idx="7"/>
          </p:nvPr>
        </p:nvSpPr>
        <p:spPr>
          <a:xfrm>
            <a:off x="11704320" y="8503920"/>
            <a:ext cx="3738880" cy="266700"/>
          </a:xfrm>
        </p:spPr>
        <p:txBody>
          <a:bodyPr/>
          <a:p>
            <a:fld id="{B6F15528-21DE-4FAA-801E-634DDDAF4B2B}" type="slidenum">
              <a:rPr lang="en-IN" smtClean="0"/>
              <a:t>7</a:t>
            </a:fld>
            <a:endParaRPr lang="en-IN"/>
          </a:p>
        </p:txBody>
      </p:sp>
      <p:pic>
        <p:nvPicPr>
          <p:cNvPr id="2097168" name="object 10"/>
          <p:cNvPicPr>
            <a:picLocks/>
          </p:cNvPicPr>
          <p:nvPr/>
        </p:nvPicPr>
        <p:blipFill>
          <a:blip xmlns:r="http://schemas.openxmlformats.org/officeDocument/2006/relationships" r:embed="rId2" cstate="print"/>
          <a:stretch>
            <a:fillRect/>
          </a:stretch>
        </p:blipFill>
        <p:spPr>
          <a:xfrm>
            <a:off x="14376400" y="117686"/>
            <a:ext cx="1752600" cy="1551820"/>
          </a:xfrm>
          <a:prstGeom prst="rect"/>
        </p:spPr>
      </p:pic>
      <p:sp>
        <p:nvSpPr>
          <p:cNvPr id="1048619" name="Rectangle 1"/>
          <p:cNvSpPr>
            <a:spLocks noChangeArrowheads="1"/>
          </p:cNvSpPr>
          <p:nvPr/>
        </p:nvSpPr>
        <p:spPr bwMode="auto">
          <a:xfrm>
            <a:off x="0" y="-184666"/>
            <a:ext cx="248786" cy="369332"/>
          </a:xfrm>
          <a:prstGeom prst="rect"/>
          <a:noFill/>
          <a:ln>
            <a:noFill/>
          </a:ln>
          <a:effectLst/>
        </p:spPr>
        <p:txBody>
          <a:bodyPr anchor="ctr" anchorCtr="0" bIns="45720" compatLnSpc="1" lIns="91440" numCol="1" rIns="91440" tIns="45720" vert="horz" wrap="none">
            <a:prstTxWarp prst="textNoShape"/>
            <a:spAutoFit/>
          </a:bodyPr>
          <a:p>
            <a:pPr algn="l" defTabSz="914400" eaLnBrk="0" fontAlgn="base" hangingPunct="0" indent="0" latinLnBrk="0" lvl="0" marL="0" marR="0" rtl="0">
              <a:lnSpc>
                <a:spcPct val="100000"/>
              </a:lnSpc>
              <a:spcBef>
                <a:spcPct val="0"/>
              </a:spcBef>
              <a:spcAft>
                <a:spcPct val="0"/>
              </a:spcAft>
              <a:buClrTx/>
              <a:buSzTx/>
            </a:pPr>
            <a:r>
              <a:rPr altLang="en-US" baseline="0" b="0" cap="none" dirty="0" sz="1800" i="0" kumimoji="0" lang="en-US" normalizeH="0" strike="noStrike" u="none">
                <a:ln>
                  <a:noFill/>
                </a:ln>
                <a:solidFill>
                  <a:schemeClr val="tx1"/>
                </a:solidFill>
                <a:effectLst/>
                <a:latin typeface="Arial" panose="020B0604020202020204" pitchFamily="34" charset="0"/>
              </a:rPr>
              <a:t>.</a:t>
            </a:r>
          </a:p>
        </p:txBody>
      </p:sp>
      <p:pic>
        <p:nvPicPr>
          <p:cNvPr id="2097169" name="Picture 13"/>
          <p:cNvPicPr>
            <a:picLocks noChangeAspect="1"/>
          </p:cNvPicPr>
          <p:nvPr/>
        </p:nvPicPr>
        <p:blipFill>
          <a:blip xmlns:r="http://schemas.openxmlformats.org/officeDocument/2006/relationships" r:embed="rId3"/>
          <a:stretch>
            <a:fillRect/>
          </a:stretch>
        </p:blipFill>
        <p:spPr>
          <a:xfrm>
            <a:off x="5155973" y="3658024"/>
            <a:ext cx="8001454" cy="4495800"/>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24" name="object 2"/>
          <p:cNvSpPr/>
          <p:nvPr/>
        </p:nvSpPr>
        <p:spPr>
          <a:xfrm>
            <a:off x="0" y="952500"/>
            <a:ext cx="2122170" cy="677545"/>
          </a:xfrm>
          <a:custGeom>
            <a:avLst/>
            <a:ahLst/>
            <a:rect l="l" t="t" r="r" b="b"/>
            <a:pathLst>
              <a:path w="2122170" h="677544">
                <a:moveTo>
                  <a:pt x="0" y="0"/>
                </a:moveTo>
                <a:lnTo>
                  <a:pt x="0" y="672609"/>
                </a:lnTo>
                <a:lnTo>
                  <a:pt x="1660404" y="677332"/>
                </a:lnTo>
                <a:lnTo>
                  <a:pt x="1794203" y="677332"/>
                </a:lnTo>
                <a:lnTo>
                  <a:pt x="1800388" y="670965"/>
                </a:lnTo>
                <a:lnTo>
                  <a:pt x="1802451" y="668797"/>
                </a:lnTo>
                <a:lnTo>
                  <a:pt x="1804970" y="666765"/>
                </a:lnTo>
                <a:lnTo>
                  <a:pt x="1807033" y="664599"/>
                </a:lnTo>
                <a:lnTo>
                  <a:pt x="2112432" y="358917"/>
                </a:lnTo>
                <a:lnTo>
                  <a:pt x="2119520" y="349367"/>
                </a:lnTo>
                <a:lnTo>
                  <a:pt x="2121883" y="339817"/>
                </a:lnTo>
                <a:lnTo>
                  <a:pt x="2119520" y="330266"/>
                </a:lnTo>
                <a:lnTo>
                  <a:pt x="2112432" y="320716"/>
                </a:lnTo>
                <a:lnTo>
                  <a:pt x="1807033" y="15035"/>
                </a:lnTo>
                <a:lnTo>
                  <a:pt x="1800388" y="15035"/>
                </a:lnTo>
                <a:lnTo>
                  <a:pt x="1800388" y="8669"/>
                </a:lnTo>
                <a:lnTo>
                  <a:pt x="1794203" y="8669"/>
                </a:lnTo>
                <a:lnTo>
                  <a:pt x="1787789" y="2301"/>
                </a:lnTo>
                <a:lnTo>
                  <a:pt x="1660404" y="2301"/>
                </a:lnTo>
                <a:lnTo>
                  <a:pt x="0" y="0"/>
                </a:lnTo>
                <a:close/>
              </a:path>
            </a:pathLst>
          </a:custGeom>
          <a:solidFill>
            <a:srgbClr val="A53010"/>
          </a:solidFill>
        </p:spPr>
        <p:txBody>
          <a:bodyPr bIns="0" lIns="0" rIns="0" rtlCol="0" tIns="0" wrap="square"/>
          <a:p/>
        </p:txBody>
      </p:sp>
      <p:sp>
        <p:nvSpPr>
          <p:cNvPr id="1048625" name="object 3"/>
          <p:cNvSpPr txBox="1">
            <a:spLocks noGrp="1"/>
          </p:cNvSpPr>
          <p:nvPr>
            <p:ph type="title"/>
          </p:nvPr>
        </p:nvSpPr>
        <p:spPr>
          <a:xfrm>
            <a:off x="4069080" y="136313"/>
            <a:ext cx="9621520" cy="940001"/>
          </a:xfrm>
          <a:prstGeom prst="rect"/>
        </p:spPr>
        <p:txBody>
          <a:bodyPr bIns="0" lIns="0" rIns="0" rtlCol="0" tIns="16510" vert="horz" wrap="square">
            <a:spAutoFit/>
          </a:bodyPr>
          <a:p>
            <a:pPr marL="12700">
              <a:lnSpc>
                <a:spcPct val="100000"/>
              </a:lnSpc>
              <a:spcBef>
                <a:spcPts val="130"/>
              </a:spcBef>
              <a:tabLst>
                <a:tab algn="l" pos="5347970"/>
              </a:tabLst>
            </a:pPr>
            <a:r>
              <a:rPr dirty="0" lang="en-IN" spc="15"/>
              <a:t>6. </a:t>
            </a:r>
            <a:r>
              <a:rPr dirty="0" sz="6000" spc="15"/>
              <a:t>Compon</a:t>
            </a:r>
            <a:r>
              <a:rPr dirty="0" sz="6000" spc="5"/>
              <a:t>e</a:t>
            </a:r>
            <a:r>
              <a:rPr dirty="0" sz="6000" spc="10"/>
              <a:t>nt</a:t>
            </a:r>
            <a:r>
              <a:rPr dirty="0" sz="6000" spc="15"/>
              <a:t>s</a:t>
            </a:r>
            <a:r>
              <a:rPr dirty="0"/>
              <a:t> </a:t>
            </a:r>
            <a:r>
              <a:rPr dirty="0" spc="15"/>
              <a:t>o</a:t>
            </a:r>
            <a:r>
              <a:rPr dirty="0" spc="10"/>
              <a:t>f</a:t>
            </a:r>
            <a:r>
              <a:rPr dirty="0" lang="en-IN" spc="10"/>
              <a:t> </a:t>
            </a:r>
            <a:r>
              <a:rPr dirty="0" lang="en-IN" spc="15"/>
              <a:t>D</a:t>
            </a:r>
            <a:r>
              <a:rPr dirty="0" spc="5" err="1"/>
              <a:t>ev</a:t>
            </a:r>
            <a:r>
              <a:rPr dirty="0" err="1"/>
              <a:t>i</a:t>
            </a:r>
            <a:r>
              <a:rPr dirty="0" spc="5" err="1"/>
              <a:t>c</a:t>
            </a:r>
            <a:r>
              <a:rPr dirty="0" spc="15" err="1"/>
              <a:t>e</a:t>
            </a:r>
            <a:endParaRPr dirty="0" spc="15"/>
          </a:p>
        </p:txBody>
      </p:sp>
      <p:sp>
        <p:nvSpPr>
          <p:cNvPr id="1048626" name="Date Placeholder 5"/>
          <p:cNvSpPr>
            <a:spLocks noGrp="1"/>
          </p:cNvSpPr>
          <p:nvPr>
            <p:ph type="dt" sz="half" idx="6"/>
          </p:nvPr>
        </p:nvSpPr>
        <p:spPr>
          <a:xfrm>
            <a:off x="812800" y="8503920"/>
            <a:ext cx="3738880" cy="266700"/>
          </a:xfrm>
        </p:spPr>
        <p:txBody>
          <a:bodyPr/>
          <a:p>
            <a:fld id="{E5A7AC65-38DE-42D6-B70B-5ED3B784E30D}" type="datetime1">
              <a:rPr lang="en-IN" smtClean="0"/>
              <a:t>11/21/2025</a:t>
            </a:fld>
            <a:endParaRPr lang="en-US"/>
          </a:p>
        </p:txBody>
      </p:sp>
      <p:sp>
        <p:nvSpPr>
          <p:cNvPr id="1048627" name="Slide Number Placeholder 6"/>
          <p:cNvSpPr>
            <a:spLocks noGrp="1"/>
          </p:cNvSpPr>
          <p:nvPr>
            <p:ph type="sldNum" sz="quarter" idx="7"/>
          </p:nvPr>
        </p:nvSpPr>
        <p:spPr>
          <a:xfrm>
            <a:off x="11704320" y="8503920"/>
            <a:ext cx="3738880" cy="266700"/>
          </a:xfrm>
        </p:spPr>
        <p:txBody>
          <a:bodyPr/>
          <a:p>
            <a:fld id="{B6F15528-21DE-4FAA-801E-634DDDAF4B2B}" type="slidenum">
              <a:rPr lang="en-IN" smtClean="0"/>
              <a:t>8</a:t>
            </a:fld>
            <a:endParaRPr lang="en-IN"/>
          </a:p>
        </p:txBody>
      </p:sp>
      <p:pic>
        <p:nvPicPr>
          <p:cNvPr id="2097170"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
        <p:nvSpPr>
          <p:cNvPr id="1048628" name="Rectangle 8"/>
          <p:cNvSpPr/>
          <p:nvPr/>
        </p:nvSpPr>
        <p:spPr>
          <a:xfrm>
            <a:off x="2909308" y="2142756"/>
            <a:ext cx="5828292" cy="6377940"/>
          </a:xfrm>
          <a:prstGeom prst="rect"/>
          <a:noFill/>
        </p:spPr>
        <p:txBody>
          <a:bodyPr bIns="45720" lIns="91440" rIns="91440" tIns="45720" wrap="square">
            <a:spAutoFit/>
          </a:bodyPr>
          <a:p>
            <a:pPr algn="ctr"/>
            <a:r>
              <a:rPr b="1" dirty="0" sz="2400" lang="en-US">
                <a:ln w="0"/>
                <a:effectLst>
                  <a:outerShdw algn="tl" blurRad="38100" dir="2700000" dist="19050" rotWithShape="0">
                    <a:schemeClr val="dk1">
                      <a:alpha val="40000"/>
                    </a:schemeClr>
                  </a:outerShdw>
                </a:effectLst>
              </a:rPr>
              <a:t>1x Arduino uno </a:t>
            </a:r>
            <a:r>
              <a:rPr b="1" dirty="0" sz="2400" lang="en-US" err="1">
                <a:ln w="0"/>
                <a:effectLst>
                  <a:outerShdw algn="tl" blurRad="38100" dir="2700000" dist="19050" rotWithShape="0">
                    <a:schemeClr val="dk1">
                      <a:alpha val="40000"/>
                    </a:schemeClr>
                  </a:outerShdw>
                </a:effectLst>
              </a:rPr>
              <a:t>smd</a:t>
            </a:r>
            <a:r>
              <a:rPr b="1" dirty="0" sz="2400" lang="en-US">
                <a:ln w="0"/>
                <a:effectLst>
                  <a:outerShdw algn="tl" blurRad="38100" dir="2700000" dist="19050" rotWithShape="0">
                    <a:schemeClr val="dk1">
                      <a:alpha val="40000"/>
                    </a:schemeClr>
                  </a:outerShdw>
                </a:effectLst>
              </a:rPr>
              <a:t>                                    </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1x Servo 9g motor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 x stepper motor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 x stepper motor driver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 x shaft adaptor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1x Rain drop moisture sensor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1x IR sensor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 x Proximity sensor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1x </a:t>
            </a:r>
            <a:r>
              <a:rPr b="1" dirty="0" sz="2400" lang="en-US" err="1">
                <a:ln w="0"/>
                <a:effectLst>
                  <a:outerShdw algn="tl" blurRad="38100" dir="2700000" dist="19050" rotWithShape="0">
                    <a:schemeClr val="dk1">
                      <a:alpha val="40000"/>
                    </a:schemeClr>
                  </a:outerShdw>
                </a:effectLst>
              </a:rPr>
              <a:t>usb</a:t>
            </a:r>
            <a:r>
              <a:rPr b="1" dirty="0" sz="2400" lang="en-US">
                <a:ln w="0"/>
                <a:effectLst>
                  <a:outerShdw algn="tl" blurRad="38100" dir="2700000" dist="19050" rotWithShape="0">
                    <a:schemeClr val="dk1">
                      <a:alpha val="40000"/>
                    </a:schemeClr>
                  </a:outerShdw>
                </a:effectLst>
              </a:rPr>
              <a:t> cable</a:t>
            </a:r>
          </a:p>
          <a:p>
            <a:pPr algn="ctr"/>
            <a:endParaRPr dirty="0" sz="1600" lang="en-US">
              <a:ln w="0"/>
              <a:effectLst>
                <a:outerShdw algn="tl" blurRad="38100" dir="2700000" dist="19050" rotWithShape="0">
                  <a:schemeClr val="dk1">
                    <a:alpha val="40000"/>
                  </a:schemeClr>
                </a:outerShdw>
              </a:effectLst>
            </a:endParaRPr>
          </a:p>
        </p:txBody>
      </p:sp>
      <p:sp>
        <p:nvSpPr>
          <p:cNvPr id="1048629" name="Rectangle 3"/>
          <p:cNvSpPr/>
          <p:nvPr/>
        </p:nvSpPr>
        <p:spPr>
          <a:xfrm>
            <a:off x="8432800" y="2170695"/>
            <a:ext cx="4655959" cy="5425441"/>
          </a:xfrm>
          <a:prstGeom prst="rect"/>
          <a:noFill/>
        </p:spPr>
        <p:txBody>
          <a:bodyPr bIns="45720" lIns="91440" rIns="91440" tIns="45720" wrap="none">
            <a:spAutoFit/>
          </a:bodyPr>
          <a:p>
            <a:pPr algn="ctr"/>
            <a:r>
              <a:rPr b="1" dirty="0" sz="2400" lang="en-US">
                <a:ln w="0"/>
                <a:effectLst>
                  <a:outerShdw algn="tl" blurRad="38100" dir="2700000" dist="19050" rotWithShape="0">
                    <a:schemeClr val="dk1">
                      <a:alpha val="40000"/>
                    </a:schemeClr>
                  </a:outerShdw>
                </a:effectLst>
              </a:rPr>
              <a:t>4x 3x20mm nut and bolt</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6x 3x12mm nut and bolt</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10 x F-F jumpers</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3 x M-F jumpers</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2 x 1200Mah 18650 Li-ion battery</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 x 2s 18650 </a:t>
            </a:r>
            <a:r>
              <a:rPr b="1" dirty="0" sz="2400" lang="en-US" err="1">
                <a:ln w="0"/>
                <a:effectLst>
                  <a:outerShdw algn="tl" blurRad="38100" dir="2700000" dist="19050" rotWithShape="0">
                    <a:schemeClr val="dk1">
                      <a:alpha val="40000"/>
                    </a:schemeClr>
                  </a:outerShdw>
                </a:effectLst>
              </a:rPr>
              <a:t>battry</a:t>
            </a:r>
            <a:r>
              <a:rPr b="1" dirty="0" sz="2400" lang="en-US">
                <a:ln w="0"/>
                <a:effectLst>
                  <a:outerShdw algn="tl" blurRad="38100" dir="2700000" dist="19050" rotWithShape="0">
                    <a:schemeClr val="dk1">
                      <a:alpha val="40000"/>
                    </a:schemeClr>
                  </a:outerShdw>
                </a:effectLst>
              </a:rPr>
              <a:t> holder</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12v male jack</a:t>
            </a:r>
          </a:p>
          <a:p>
            <a:pPr algn="ctr"/>
            <a:endParaRPr b="1" dirty="0" sz="2400" lang="en-US">
              <a:ln w="0"/>
              <a:effectLst>
                <a:outerShdw algn="tl" blurRad="38100" dir="2700000" dist="19050" rotWithShape="0">
                  <a:schemeClr val="dk1">
                    <a:alpha val="40000"/>
                  </a:schemeClr>
                </a:outerShdw>
              </a:effectLst>
            </a:endParaRPr>
          </a:p>
          <a:p>
            <a:pPr algn="ctr"/>
            <a:r>
              <a:rPr b="1" dirty="0" sz="2400" lang="en-US">
                <a:ln w="0"/>
                <a:effectLst>
                  <a:outerShdw algn="tl" blurRad="38100" dir="2700000" dist="19050" rotWithShape="0">
                    <a:schemeClr val="dk1">
                      <a:alpha val="40000"/>
                    </a:schemeClr>
                  </a:outerShdw>
                </a:effectLst>
              </a:rPr>
              <a:t>1x Big buzzer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30" name="object 2"/>
          <p:cNvSpPr txBox="1">
            <a:spLocks noGrp="1"/>
          </p:cNvSpPr>
          <p:nvPr>
            <p:ph type="title"/>
          </p:nvPr>
        </p:nvSpPr>
        <p:spPr>
          <a:xfrm>
            <a:off x="5311986" y="136313"/>
            <a:ext cx="6702213" cy="803910"/>
          </a:xfrm>
          <a:prstGeom prst="rect"/>
        </p:spPr>
        <p:txBody>
          <a:bodyPr bIns="0" lIns="0" rIns="0" rtlCol="0" tIns="16510" vert="horz" wrap="square">
            <a:spAutoFit/>
          </a:bodyPr>
          <a:p>
            <a:pPr marL="12700">
              <a:lnSpc>
                <a:spcPct val="100000"/>
              </a:lnSpc>
              <a:spcBef>
                <a:spcPts val="130"/>
              </a:spcBef>
            </a:pPr>
            <a:r>
              <a:rPr dirty="0" lang="en-IN" spc="10"/>
              <a:t>7. </a:t>
            </a:r>
            <a:r>
              <a:rPr dirty="0" spc="10"/>
              <a:t>Similar</a:t>
            </a:r>
            <a:r>
              <a:rPr dirty="0" spc="-75"/>
              <a:t> </a:t>
            </a:r>
            <a:r>
              <a:rPr dirty="0" spc="10"/>
              <a:t>Projects</a:t>
            </a:r>
          </a:p>
        </p:txBody>
      </p:sp>
      <p:sp>
        <p:nvSpPr>
          <p:cNvPr id="1048631" name="object 3"/>
          <p:cNvSpPr txBox="1"/>
          <p:nvPr/>
        </p:nvSpPr>
        <p:spPr>
          <a:xfrm>
            <a:off x="2054225" y="1896799"/>
            <a:ext cx="6226175" cy="5900471"/>
          </a:xfrm>
          <a:prstGeom prst="rect"/>
        </p:spPr>
        <p:txBody>
          <a:bodyPr bIns="0" lIns="0" rIns="0" rtlCol="0" tIns="12065" vert="horz" wrap="square">
            <a:spAutoFit/>
          </a:bodyPr>
          <a:p>
            <a:pPr marL="12700" marR="193040">
              <a:lnSpc>
                <a:spcPct val="100600"/>
              </a:lnSpc>
              <a:spcBef>
                <a:spcPts val="95"/>
              </a:spcBef>
            </a:pPr>
            <a:r>
              <a:rPr b="1" dirty="0" sz="2800" lang="en-US"/>
              <a:t>IoT-Based Smart Waste Management System</a:t>
            </a:r>
            <a:br>
              <a:rPr dirty="0" sz="2800" lang="en-US"/>
            </a:br>
            <a:r>
              <a:rPr dirty="0" sz="2800" lang="en-US"/>
              <a:t>– Uses Arduino and a Wi-Fi module (like ESP8266) to send bin status data (e.g., full or empty) to an online platform for efficient waste collection scheduling.</a:t>
            </a:r>
          </a:p>
          <a:p>
            <a:pPr marL="12700" marR="193040">
              <a:lnSpc>
                <a:spcPct val="100600"/>
              </a:lnSpc>
              <a:spcBef>
                <a:spcPts val="95"/>
              </a:spcBef>
            </a:pPr>
            <a:endParaRPr b="1" dirty="0" sz="2650" lang="en-IN">
              <a:latin typeface="Arial MT"/>
              <a:cs typeface="Arial MT"/>
            </a:endParaRPr>
          </a:p>
          <a:p>
            <a:pPr marL="12700" marR="193040">
              <a:lnSpc>
                <a:spcPct val="100600"/>
              </a:lnSpc>
              <a:spcBef>
                <a:spcPts val="95"/>
              </a:spcBef>
            </a:pPr>
            <a:r>
              <a:rPr b="1" dirty="0" sz="2800" lang="en-US"/>
              <a:t>Automatic Waste Segregator using Arduino and Conveyor Belt</a:t>
            </a:r>
            <a:br>
              <a:rPr dirty="0" sz="2800" lang="en-US"/>
            </a:br>
            <a:r>
              <a:rPr dirty="0" sz="2800" lang="en-US"/>
              <a:t>– Employs a conveyor belt mechanism with metal, moisture, and IR sensors to automatically sort metallic, wet, and dry waste as it moves along the belt.</a:t>
            </a:r>
            <a:endParaRPr b="1" dirty="0" sz="2650" lang="en-IN">
              <a:latin typeface="Arial MT"/>
              <a:cs typeface="Arial MT"/>
            </a:endParaRPr>
          </a:p>
        </p:txBody>
      </p:sp>
      <p:sp>
        <p:nvSpPr>
          <p:cNvPr id="1048632" name="Date Placeholder 5"/>
          <p:cNvSpPr>
            <a:spLocks noGrp="1"/>
          </p:cNvSpPr>
          <p:nvPr>
            <p:ph type="dt" sz="half" idx="6"/>
          </p:nvPr>
        </p:nvSpPr>
        <p:spPr>
          <a:xfrm>
            <a:off x="812800" y="8503920"/>
            <a:ext cx="3738880" cy="266700"/>
          </a:xfrm>
        </p:spPr>
        <p:txBody>
          <a:bodyPr/>
          <a:p>
            <a:fld id="{15F61368-1BA5-40B0-B780-A4A57990AD89}" type="datetime1">
              <a:rPr lang="en-IN" smtClean="0"/>
              <a:t>11/21/2025</a:t>
            </a:fld>
            <a:endParaRPr lang="en-US"/>
          </a:p>
        </p:txBody>
      </p:sp>
      <p:sp>
        <p:nvSpPr>
          <p:cNvPr id="1048633" name="Slide Number Placeholder 6"/>
          <p:cNvSpPr>
            <a:spLocks noGrp="1"/>
          </p:cNvSpPr>
          <p:nvPr>
            <p:ph type="sldNum" sz="quarter" idx="7"/>
          </p:nvPr>
        </p:nvSpPr>
        <p:spPr>
          <a:xfrm>
            <a:off x="11704320" y="8503920"/>
            <a:ext cx="3738880" cy="266700"/>
          </a:xfrm>
        </p:spPr>
        <p:txBody>
          <a:bodyPr/>
          <a:p>
            <a:fld id="{B6F15528-21DE-4FAA-801E-634DDDAF4B2B}" type="slidenum">
              <a:rPr lang="en-IN" smtClean="0"/>
              <a:t>9</a:t>
            </a:fld>
            <a:endParaRPr lang="en-IN"/>
          </a:p>
        </p:txBody>
      </p:sp>
      <p:pic>
        <p:nvPicPr>
          <p:cNvPr id="2097171" name="object 10"/>
          <p:cNvPicPr>
            <a:picLocks/>
          </p:cNvPicPr>
          <p:nvPr/>
        </p:nvPicPr>
        <p:blipFill>
          <a:blip xmlns:r="http://schemas.openxmlformats.org/officeDocument/2006/relationships" r:embed="rId1" cstate="print"/>
          <a:stretch>
            <a:fillRect/>
          </a:stretch>
        </p:blipFill>
        <p:spPr>
          <a:xfrm>
            <a:off x="14376400" y="200780"/>
            <a:ext cx="1752600" cy="1551820"/>
          </a:xfrm>
          <a:prstGeom prst="rect"/>
        </p:spPr>
      </p:pic>
      <p:sp>
        <p:nvSpPr>
          <p:cNvPr id="1048634" name="AutoShape 2" descr="Revolutionizing Smart Waste Management System With IoT"/>
          <p:cNvSpPr>
            <a:spLocks noChangeAspect="1" noChangeArrowheads="1"/>
          </p:cNvSpPr>
          <p:nvPr/>
        </p:nvSpPr>
        <p:spPr bwMode="auto">
          <a:xfrm>
            <a:off x="7975600" y="4419600"/>
            <a:ext cx="304800" cy="304800"/>
          </a:xfrm>
          <a:prstGeom prst="rect"/>
          <a:noFill/>
        </p:spPr>
        <p:txBody>
          <a:bodyPr anchor="t" anchorCtr="0" bIns="45720" compatLnSpc="1" lIns="91440" numCol="1" rIns="91440" tIns="45720" vert="horz" wrap="square">
            <a:prstTxWarp prst="textNoShape"/>
          </a:bodyPr>
          <a:p>
            <a:endParaRPr lang="en-IN"/>
          </a:p>
        </p:txBody>
      </p:sp>
      <p:pic>
        <p:nvPicPr>
          <p:cNvPr id="2097172" name="Picture 11"/>
          <p:cNvPicPr>
            <a:picLocks noChangeAspect="1"/>
          </p:cNvPicPr>
          <p:nvPr/>
        </p:nvPicPr>
        <p:blipFill>
          <a:blip xmlns:r="http://schemas.openxmlformats.org/officeDocument/2006/relationships" r:embed="rId2"/>
          <a:stretch>
            <a:fillRect/>
          </a:stretch>
        </p:blipFill>
        <p:spPr>
          <a:xfrm>
            <a:off x="9114366" y="1531861"/>
            <a:ext cx="5179908" cy="3040139"/>
          </a:xfrm>
          <a:prstGeom prst="rect"/>
        </p:spPr>
      </p:pic>
      <p:pic>
        <p:nvPicPr>
          <p:cNvPr id="2097173" name="Picture 13"/>
          <p:cNvPicPr>
            <a:picLocks noChangeAspect="1"/>
          </p:cNvPicPr>
          <p:nvPr/>
        </p:nvPicPr>
        <p:blipFill>
          <a:blip xmlns:r="http://schemas.openxmlformats.org/officeDocument/2006/relationships" r:embed="rId3"/>
          <a:stretch>
            <a:fillRect/>
          </a:stretch>
        </p:blipFill>
        <p:spPr>
          <a:xfrm>
            <a:off x="9119446" y="4810651"/>
            <a:ext cx="5174828" cy="3693269"/>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35" name="object 2"/>
          <p:cNvSpPr txBox="1">
            <a:spLocks noGrp="1"/>
          </p:cNvSpPr>
          <p:nvPr>
            <p:ph type="title"/>
          </p:nvPr>
        </p:nvSpPr>
        <p:spPr>
          <a:xfrm>
            <a:off x="5839460" y="136313"/>
            <a:ext cx="6479540" cy="803910"/>
          </a:xfrm>
          <a:prstGeom prst="rect"/>
        </p:spPr>
        <p:txBody>
          <a:bodyPr bIns="0" lIns="0" rIns="0" rtlCol="0" tIns="16510" vert="horz" wrap="square">
            <a:spAutoFit/>
          </a:bodyPr>
          <a:p>
            <a:pPr marL="12700">
              <a:lnSpc>
                <a:spcPct val="100000"/>
              </a:lnSpc>
              <a:spcBef>
                <a:spcPts val="130"/>
              </a:spcBef>
            </a:pPr>
            <a:r>
              <a:rPr dirty="0" lang="en-IN" spc="10"/>
              <a:t>8. </a:t>
            </a:r>
            <a:r>
              <a:rPr dirty="0" spc="10"/>
              <a:t>Appli</a:t>
            </a:r>
            <a:r>
              <a:rPr dirty="0" spc="5"/>
              <a:t>ca</a:t>
            </a:r>
            <a:r>
              <a:rPr dirty="0" spc="10"/>
              <a:t>tion</a:t>
            </a:r>
            <a:r>
              <a:rPr dirty="0" spc="15"/>
              <a:t>s</a:t>
            </a:r>
          </a:p>
        </p:txBody>
      </p:sp>
      <p:sp>
        <p:nvSpPr>
          <p:cNvPr id="1048636" name="object 3"/>
          <p:cNvSpPr txBox="1"/>
          <p:nvPr/>
        </p:nvSpPr>
        <p:spPr>
          <a:xfrm>
            <a:off x="4089400" y="1740098"/>
            <a:ext cx="5504815" cy="7912100"/>
          </a:xfrm>
          <a:prstGeom prst="rect"/>
        </p:spPr>
        <p:txBody>
          <a:bodyPr bIns="0" lIns="0" rIns="0" rtlCol="0" tIns="12700" vert="horz" wrap="square">
            <a:spAutoFit/>
          </a:bodyPr>
          <a:p>
            <a:pPr indent="-457200" marL="469900">
              <a:lnSpc>
                <a:spcPct val="100000"/>
              </a:lnSpc>
              <a:spcBef>
                <a:spcPts val="100"/>
              </a:spcBef>
              <a:buClr>
                <a:srgbClr val="A53010"/>
              </a:buClr>
              <a:buFont typeface="Verdana"/>
              <a:buChar char="&gt;"/>
              <a:tabLst>
                <a:tab algn="l" pos="469265"/>
                <a:tab algn="l" pos="469900"/>
              </a:tabLst>
            </a:pPr>
            <a:r>
              <a:rPr dirty="0" sz="2800" lang="en-US"/>
              <a:t>Used in </a:t>
            </a:r>
            <a:r>
              <a:rPr b="1" dirty="0" sz="2800" lang="en-US"/>
              <a:t>households</a:t>
            </a:r>
            <a:r>
              <a:rPr dirty="0" sz="2800" lang="en-US"/>
              <a:t> for automatic separation of domestic waste.</a:t>
            </a:r>
          </a:p>
          <a:p>
            <a:pPr indent="-457200" marL="469900">
              <a:lnSpc>
                <a:spcPct val="100000"/>
              </a:lnSpc>
              <a:spcBef>
                <a:spcPts val="100"/>
              </a:spcBef>
              <a:buClr>
                <a:srgbClr val="A53010"/>
              </a:buClr>
              <a:buFont typeface="Verdana"/>
              <a:buChar char="&gt;"/>
              <a:tabLst>
                <a:tab algn="l" pos="469265"/>
                <a:tab algn="l" pos="469900"/>
              </a:tabLst>
            </a:pPr>
            <a:endParaRPr dirty="0" sz="2800" lang="en-US"/>
          </a:p>
          <a:p>
            <a:pPr marL="12700">
              <a:lnSpc>
                <a:spcPct val="100000"/>
              </a:lnSpc>
              <a:spcBef>
                <a:spcPts val="100"/>
              </a:spcBef>
              <a:buClr>
                <a:srgbClr val="A53010"/>
              </a:buClr>
              <a:tabLst>
                <a:tab algn="l" pos="469265"/>
                <a:tab algn="l" pos="469900"/>
              </a:tabLst>
            </a:pPr>
            <a:endParaRPr dirty="0" sz="2800" lang="en-US"/>
          </a:p>
          <a:p>
            <a:pPr indent="-457200" marL="469900">
              <a:lnSpc>
                <a:spcPct val="100000"/>
              </a:lnSpc>
              <a:spcBef>
                <a:spcPts val="100"/>
              </a:spcBef>
              <a:buClr>
                <a:srgbClr val="A53010"/>
              </a:buClr>
              <a:buFont typeface="Verdana"/>
              <a:buChar char="&gt;"/>
              <a:tabLst>
                <a:tab algn="l" pos="469265"/>
                <a:tab algn="l" pos="469900"/>
              </a:tabLst>
            </a:pPr>
            <a:r>
              <a:rPr dirty="0" sz="2800" lang="en-US"/>
              <a:t>Installed in </a:t>
            </a:r>
            <a:r>
              <a:rPr b="1" dirty="0" sz="2800" lang="en-US"/>
              <a:t>schools and colleges</a:t>
            </a:r>
            <a:r>
              <a:rPr dirty="0" sz="2800" lang="en-US"/>
              <a:t> to promote smart waste management awareness.</a:t>
            </a:r>
          </a:p>
          <a:p>
            <a:pPr indent="-457200" marL="469900">
              <a:lnSpc>
                <a:spcPct val="100000"/>
              </a:lnSpc>
              <a:spcBef>
                <a:spcPts val="100"/>
              </a:spcBef>
              <a:buClr>
                <a:srgbClr val="A53010"/>
              </a:buClr>
              <a:buFont typeface="Verdana"/>
              <a:buChar char="&gt;"/>
              <a:tabLst>
                <a:tab algn="l" pos="469265"/>
                <a:tab algn="l" pos="469900"/>
              </a:tabLst>
            </a:pPr>
            <a:endParaRPr dirty="0" sz="2800" lang="en-US"/>
          </a:p>
          <a:p>
            <a:pPr indent="-457200" marL="469900">
              <a:lnSpc>
                <a:spcPct val="100000"/>
              </a:lnSpc>
              <a:spcBef>
                <a:spcPts val="100"/>
              </a:spcBef>
              <a:buClr>
                <a:srgbClr val="A53010"/>
              </a:buClr>
              <a:buFont typeface="Verdana"/>
              <a:buChar char="&gt;"/>
              <a:tabLst>
                <a:tab algn="l" pos="469265"/>
                <a:tab algn="l" pos="469900"/>
              </a:tabLst>
            </a:pPr>
            <a:r>
              <a:rPr dirty="0" sz="2800" lang="en-US"/>
              <a:t>Applied in </a:t>
            </a:r>
            <a:r>
              <a:rPr b="1" dirty="0" sz="2800" lang="en-US"/>
              <a:t>public places and offices</a:t>
            </a:r>
            <a:r>
              <a:rPr dirty="0" sz="2800" lang="en-US"/>
              <a:t> to maintain cleanliness efficiently.</a:t>
            </a:r>
          </a:p>
          <a:p>
            <a:pPr indent="-457200" marL="469900">
              <a:lnSpc>
                <a:spcPct val="100000"/>
              </a:lnSpc>
              <a:spcBef>
                <a:spcPts val="100"/>
              </a:spcBef>
              <a:buClr>
                <a:srgbClr val="A53010"/>
              </a:buClr>
              <a:buFont typeface="Verdana"/>
              <a:buChar char="&gt;"/>
              <a:tabLst>
                <a:tab algn="l" pos="469265"/>
                <a:tab algn="l" pos="469900"/>
              </a:tabLst>
            </a:pPr>
            <a:endParaRPr dirty="0" sz="2800" lang="en-US"/>
          </a:p>
          <a:p>
            <a:pPr indent="-457200" marL="469900">
              <a:spcBef>
                <a:spcPts val="100"/>
              </a:spcBef>
              <a:buClr>
                <a:srgbClr val="A53010"/>
              </a:buClr>
              <a:buFont typeface="Verdana"/>
              <a:buChar char="&gt;"/>
              <a:tabLst>
                <a:tab algn="l" pos="469265"/>
                <a:tab algn="l" pos="469900"/>
              </a:tabLst>
            </a:pPr>
            <a:r>
              <a:rPr dirty="0" sz="2800" lang="en-US"/>
              <a:t>Utilized in </a:t>
            </a:r>
            <a:r>
              <a:rPr b="1" dirty="0" sz="2800" lang="en-US"/>
              <a:t>municipal waste systems</a:t>
            </a:r>
            <a:r>
              <a:rPr dirty="0" sz="2800" lang="en-US"/>
              <a:t> for faster and organized recycling processes</a:t>
            </a:r>
            <a:r>
              <a:rPr dirty="0" sz="2400" lang="en-US"/>
              <a:t>.</a:t>
            </a:r>
          </a:p>
          <a:p>
            <a:pPr indent="-457200" marL="469900">
              <a:lnSpc>
                <a:spcPct val="100000"/>
              </a:lnSpc>
              <a:spcBef>
                <a:spcPts val="100"/>
              </a:spcBef>
              <a:buClr>
                <a:srgbClr val="A53010"/>
              </a:buClr>
              <a:buFont typeface="Verdana"/>
              <a:buChar char="&gt;"/>
              <a:tabLst>
                <a:tab algn="l" pos="469265"/>
                <a:tab algn="l" pos="469900"/>
              </a:tabLst>
            </a:pPr>
            <a:endParaRPr dirty="0" sz="2400" lang="en-US"/>
          </a:p>
          <a:p>
            <a:pPr indent="-457200" marL="469900">
              <a:lnSpc>
                <a:spcPct val="100000"/>
              </a:lnSpc>
              <a:spcBef>
                <a:spcPts val="100"/>
              </a:spcBef>
              <a:buClr>
                <a:srgbClr val="A53010"/>
              </a:buClr>
              <a:buFont typeface="Verdana"/>
              <a:buChar char="&gt;"/>
              <a:tabLst>
                <a:tab algn="l" pos="469265"/>
                <a:tab algn="l" pos="469900"/>
              </a:tabLst>
            </a:pPr>
            <a:endParaRPr dirty="0" sz="2400" lang="en-US">
              <a:latin typeface="Arial"/>
              <a:cs typeface="Arial"/>
            </a:endParaRPr>
          </a:p>
          <a:p>
            <a:pPr indent="-457200" marL="469900">
              <a:lnSpc>
                <a:spcPct val="100000"/>
              </a:lnSpc>
              <a:spcBef>
                <a:spcPts val="100"/>
              </a:spcBef>
              <a:buClr>
                <a:srgbClr val="A53010"/>
              </a:buClr>
              <a:buFont typeface="Verdana"/>
              <a:buChar char="&gt;"/>
              <a:tabLst>
                <a:tab algn="l" pos="469265"/>
                <a:tab algn="l" pos="469900"/>
              </a:tabLst>
            </a:pPr>
            <a:endParaRPr dirty="0" sz="2400">
              <a:latin typeface="Arial"/>
              <a:cs typeface="Arial"/>
            </a:endParaRPr>
          </a:p>
        </p:txBody>
      </p:sp>
      <p:sp>
        <p:nvSpPr>
          <p:cNvPr id="1048637" name="Date Placeholder 5"/>
          <p:cNvSpPr>
            <a:spLocks noGrp="1"/>
          </p:cNvSpPr>
          <p:nvPr>
            <p:ph type="dt" sz="half" idx="6"/>
          </p:nvPr>
        </p:nvSpPr>
        <p:spPr>
          <a:xfrm>
            <a:off x="812800" y="8503920"/>
            <a:ext cx="3738880" cy="266700"/>
          </a:xfrm>
        </p:spPr>
        <p:txBody>
          <a:bodyPr/>
          <a:p>
            <a:fld id="{4DECD241-C4E3-4A4E-8F54-267252CC60C9}" type="datetime1">
              <a:rPr lang="en-IN" smtClean="0"/>
              <a:t>11/21/2025</a:t>
            </a:fld>
            <a:endParaRPr lang="en-US"/>
          </a:p>
        </p:txBody>
      </p:sp>
      <p:sp>
        <p:nvSpPr>
          <p:cNvPr id="1048638" name="Slide Number Placeholder 6"/>
          <p:cNvSpPr>
            <a:spLocks noGrp="1"/>
          </p:cNvSpPr>
          <p:nvPr>
            <p:ph type="sldNum" sz="quarter" idx="7"/>
          </p:nvPr>
        </p:nvSpPr>
        <p:spPr>
          <a:xfrm>
            <a:off x="11704320" y="8503920"/>
            <a:ext cx="3738880" cy="266700"/>
          </a:xfrm>
        </p:spPr>
        <p:txBody>
          <a:bodyPr/>
          <a:p>
            <a:fld id="{B6F15528-21DE-4FAA-801E-634DDDAF4B2B}" type="slidenum">
              <a:rPr lang="en-IN" smtClean="0"/>
              <a:t>10</a:t>
            </a:fld>
            <a:endParaRPr lang="en-IN"/>
          </a:p>
        </p:txBody>
      </p:sp>
      <p:pic>
        <p:nvPicPr>
          <p:cNvPr id="2097174"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39" name="object 2"/>
          <p:cNvSpPr txBox="1">
            <a:spLocks noGrp="1"/>
          </p:cNvSpPr>
          <p:nvPr>
            <p:ph type="title"/>
          </p:nvPr>
        </p:nvSpPr>
        <p:spPr>
          <a:xfrm>
            <a:off x="5232400" y="381000"/>
            <a:ext cx="5004647" cy="803910"/>
          </a:xfrm>
          <a:prstGeom prst="rect"/>
        </p:spPr>
        <p:txBody>
          <a:bodyPr bIns="0" lIns="0" rIns="0" rtlCol="0" tIns="16510" vert="horz" wrap="square">
            <a:spAutoFit/>
          </a:bodyPr>
          <a:p>
            <a:pPr algn="ctr" marL="12700">
              <a:lnSpc>
                <a:spcPct val="100000"/>
              </a:lnSpc>
              <a:spcBef>
                <a:spcPts val="130"/>
              </a:spcBef>
            </a:pPr>
            <a:r>
              <a:rPr dirty="0" lang="en-IN" spc="15"/>
              <a:t>9. </a:t>
            </a:r>
            <a:r>
              <a:rPr dirty="0" spc="15"/>
              <a:t>B</a:t>
            </a:r>
            <a:r>
              <a:rPr dirty="0" spc="5"/>
              <a:t>e</a:t>
            </a:r>
            <a:r>
              <a:rPr dirty="0" spc="15"/>
              <a:t>n</a:t>
            </a:r>
            <a:r>
              <a:rPr dirty="0" spc="5"/>
              <a:t>efit</a:t>
            </a:r>
            <a:r>
              <a:rPr dirty="0" spc="15"/>
              <a:t>s</a:t>
            </a:r>
          </a:p>
        </p:txBody>
      </p:sp>
      <p:sp>
        <p:nvSpPr>
          <p:cNvPr id="1048640" name="object 3"/>
          <p:cNvSpPr txBox="1"/>
          <p:nvPr/>
        </p:nvSpPr>
        <p:spPr>
          <a:xfrm>
            <a:off x="4394200" y="2583474"/>
            <a:ext cx="9372600" cy="3893617"/>
          </a:xfrm>
          <a:prstGeom prst="rect"/>
        </p:spPr>
        <p:txBody>
          <a:bodyPr bIns="0" lIns="0" rIns="0" rtlCol="0" tIns="12065" vert="horz" wrap="square">
            <a:spAutoFit/>
          </a:bodyPr>
          <a:p>
            <a:pPr indent="-457200" marL="469900" marR="5080">
              <a:lnSpc>
                <a:spcPct val="100600"/>
              </a:lnSpc>
              <a:spcBef>
                <a:spcPts val="95"/>
              </a:spcBef>
              <a:buClr>
                <a:srgbClr val="A53010"/>
              </a:buClr>
              <a:buFont typeface="Verdana"/>
              <a:buChar char="&gt;"/>
              <a:tabLst>
                <a:tab algn="l" pos="469900"/>
              </a:tabLst>
            </a:pPr>
            <a:r>
              <a:rPr b="1" dirty="0" sz="2800" lang="en-US"/>
              <a:t>Reduces human effort</a:t>
            </a:r>
            <a:r>
              <a:rPr dirty="0" sz="2800" lang="en-US"/>
              <a:t> by automating the waste segregation process</a:t>
            </a:r>
            <a:r>
              <a:rPr dirty="0" sz="2650">
                <a:solidFill>
                  <a:srgbClr val="404040"/>
                </a:solidFill>
                <a:latin typeface="Arial MT"/>
                <a:cs typeface="Arial MT"/>
              </a:rPr>
              <a:t>.</a:t>
            </a:r>
            <a:endParaRPr dirty="0" sz="2650">
              <a:latin typeface="Arial MT"/>
              <a:cs typeface="Arial MT"/>
            </a:endParaRPr>
          </a:p>
          <a:p>
            <a:pPr indent="-457200" marL="469900" marR="1114425">
              <a:lnSpc>
                <a:spcPct val="100600"/>
              </a:lnSpc>
              <a:spcBef>
                <a:spcPts val="1335"/>
              </a:spcBef>
              <a:buClr>
                <a:srgbClr val="A53010"/>
              </a:buClr>
              <a:buFont typeface="Verdana"/>
              <a:buChar char="&gt;"/>
              <a:tabLst>
                <a:tab algn="l" pos="469900"/>
              </a:tabLst>
            </a:pPr>
            <a:r>
              <a:rPr b="1" dirty="0" sz="2800" lang="en-US"/>
              <a:t>Promotes recycling</a:t>
            </a:r>
            <a:r>
              <a:rPr dirty="0" sz="2800" lang="en-US"/>
              <a:t> through proper separation of waste types.</a:t>
            </a:r>
            <a:endParaRPr b="1" dirty="0" sz="2650" lang="en-US">
              <a:solidFill>
                <a:srgbClr val="404040"/>
              </a:solidFill>
              <a:latin typeface="Arial"/>
              <a:cs typeface="Arial"/>
            </a:endParaRPr>
          </a:p>
          <a:p>
            <a:pPr indent="-457200" marL="469900" marR="1114425">
              <a:lnSpc>
                <a:spcPct val="100600"/>
              </a:lnSpc>
              <a:spcBef>
                <a:spcPts val="1335"/>
              </a:spcBef>
              <a:buClr>
                <a:srgbClr val="A53010"/>
              </a:buClr>
              <a:buFont typeface="Verdana"/>
              <a:buChar char="&gt;"/>
              <a:tabLst>
                <a:tab algn="l" pos="469900"/>
              </a:tabLst>
            </a:pPr>
            <a:r>
              <a:rPr b="1" dirty="0" sz="2800" lang="en-US"/>
              <a:t>Improves hygiene and cleanliness</a:t>
            </a:r>
            <a:r>
              <a:rPr dirty="0" sz="2800" lang="en-US"/>
              <a:t> by minimizing manual waste handling.</a:t>
            </a:r>
          </a:p>
          <a:p>
            <a:pPr indent="-457200" marL="469900" marR="1114425">
              <a:lnSpc>
                <a:spcPct val="100600"/>
              </a:lnSpc>
              <a:spcBef>
                <a:spcPts val="1335"/>
              </a:spcBef>
              <a:buClr>
                <a:srgbClr val="A53010"/>
              </a:buClr>
              <a:buFont typeface="Verdana"/>
              <a:buChar char="&gt;"/>
              <a:tabLst>
                <a:tab algn="l" pos="469900"/>
              </a:tabLst>
            </a:pPr>
            <a:r>
              <a:rPr b="1" dirty="0" sz="2800" lang="en-US"/>
              <a:t>Cost-effective and energy-efficient</a:t>
            </a:r>
            <a:r>
              <a:rPr dirty="0" sz="2800" lang="en-US"/>
              <a:t> solution for smart waste management.</a:t>
            </a:r>
            <a:endParaRPr dirty="0" sz="2650">
              <a:latin typeface="Arial"/>
              <a:cs typeface="Arial"/>
            </a:endParaRPr>
          </a:p>
        </p:txBody>
      </p:sp>
      <p:sp>
        <p:nvSpPr>
          <p:cNvPr id="1048641" name="Date Placeholder 4"/>
          <p:cNvSpPr>
            <a:spLocks noGrp="1"/>
          </p:cNvSpPr>
          <p:nvPr>
            <p:ph type="dt" sz="half" idx="6"/>
          </p:nvPr>
        </p:nvSpPr>
        <p:spPr>
          <a:xfrm>
            <a:off x="812800" y="8503920"/>
            <a:ext cx="3738880" cy="266700"/>
          </a:xfrm>
        </p:spPr>
        <p:txBody>
          <a:bodyPr/>
          <a:p>
            <a:fld id="{6DD49D93-2686-4BD5-BDAB-22BE0D92C915}" type="datetime1">
              <a:rPr lang="en-IN" smtClean="0"/>
              <a:t>11/21/2025</a:t>
            </a:fld>
            <a:endParaRPr lang="en-US"/>
          </a:p>
        </p:txBody>
      </p:sp>
      <p:sp>
        <p:nvSpPr>
          <p:cNvPr id="1048642" name="Slide Number Placeholder 5"/>
          <p:cNvSpPr>
            <a:spLocks noGrp="1"/>
          </p:cNvSpPr>
          <p:nvPr>
            <p:ph type="sldNum" sz="quarter" idx="7"/>
          </p:nvPr>
        </p:nvSpPr>
        <p:spPr>
          <a:xfrm>
            <a:off x="11704320" y="8503920"/>
            <a:ext cx="3738880" cy="266700"/>
          </a:xfrm>
        </p:spPr>
        <p:txBody>
          <a:bodyPr/>
          <a:p>
            <a:fld id="{B6F15528-21DE-4FAA-801E-634DDDAF4B2B}" type="slidenum">
              <a:rPr lang="en-IN" smtClean="0"/>
              <a:t>11</a:t>
            </a:fld>
            <a:endParaRPr lang="en-IN"/>
          </a:p>
        </p:txBody>
      </p:sp>
      <p:pic>
        <p:nvPicPr>
          <p:cNvPr id="2097175"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43" name="object 2"/>
          <p:cNvSpPr txBox="1">
            <a:spLocks noGrp="1"/>
          </p:cNvSpPr>
          <p:nvPr>
            <p:ph type="title"/>
          </p:nvPr>
        </p:nvSpPr>
        <p:spPr>
          <a:xfrm>
            <a:off x="5449146" y="136313"/>
            <a:ext cx="5574454" cy="816610"/>
          </a:xfrm>
          <a:prstGeom prst="rect"/>
        </p:spPr>
        <p:txBody>
          <a:bodyPr bIns="0" lIns="0" rIns="0" rtlCol="0" tIns="16510" vert="horz" wrap="square">
            <a:spAutoFit/>
          </a:bodyPr>
          <a:p>
            <a:pPr marL="12700">
              <a:lnSpc>
                <a:spcPct val="100000"/>
              </a:lnSpc>
              <a:spcBef>
                <a:spcPts val="130"/>
              </a:spcBef>
            </a:pPr>
            <a:r>
              <a:rPr dirty="0" sz="5400" spc="10"/>
              <a:t>Risks</a:t>
            </a:r>
            <a:r>
              <a:rPr dirty="0" spc="10"/>
              <a:t>/Demerits</a:t>
            </a:r>
          </a:p>
        </p:txBody>
      </p:sp>
      <p:sp>
        <p:nvSpPr>
          <p:cNvPr id="1048644" name="object 3"/>
          <p:cNvSpPr txBox="1"/>
          <p:nvPr/>
        </p:nvSpPr>
        <p:spPr>
          <a:xfrm>
            <a:off x="3175000" y="1669506"/>
            <a:ext cx="5951855" cy="6262827"/>
          </a:xfrm>
          <a:prstGeom prst="rect"/>
        </p:spPr>
        <p:txBody>
          <a:bodyPr bIns="0" lIns="0" rIns="0" rtlCol="0" tIns="12065" vert="horz" wrap="square">
            <a:spAutoFit/>
          </a:bodyPr>
          <a:p>
            <a:pPr indent="-457200" marL="469900" marR="5080">
              <a:lnSpc>
                <a:spcPct val="100600"/>
              </a:lnSpc>
              <a:spcBef>
                <a:spcPts val="95"/>
              </a:spcBef>
              <a:buClr>
                <a:srgbClr val="A53010"/>
              </a:buClr>
              <a:buFont typeface="Verdana"/>
              <a:buChar char="&gt;"/>
              <a:tabLst>
                <a:tab algn="l" pos="469900"/>
              </a:tabLst>
            </a:pPr>
            <a:r>
              <a:rPr b="1" dirty="0" sz="2800" lang="en-US"/>
              <a:t>Sensor malfunction</a:t>
            </a:r>
            <a:r>
              <a:rPr dirty="0" sz="2800" lang="en-US"/>
              <a:t> may lead to incorrect waste classification.</a:t>
            </a:r>
            <a:endParaRPr dirty="0" sz="3000">
              <a:latin typeface="Arial MT"/>
              <a:cs typeface="Arial MT"/>
            </a:endParaRPr>
          </a:p>
          <a:p>
            <a:pPr indent="-457200" marL="469900">
              <a:lnSpc>
                <a:spcPct val="100000"/>
              </a:lnSpc>
              <a:spcBef>
                <a:spcPts val="2440"/>
              </a:spcBef>
              <a:buClr>
                <a:srgbClr val="A53010"/>
              </a:buClr>
              <a:buFont typeface="Verdana"/>
              <a:buChar char="&gt;"/>
              <a:tabLst>
                <a:tab algn="l" pos="469900"/>
              </a:tabLst>
            </a:pPr>
            <a:r>
              <a:rPr b="1" dirty="0" sz="2800" lang="en-US"/>
              <a:t>Moisture or dust</a:t>
            </a:r>
            <a:r>
              <a:rPr dirty="0" sz="2800" lang="en-US"/>
              <a:t> can affect sensor accuracy and system performance.</a:t>
            </a:r>
            <a:endParaRPr dirty="0" sz="3200">
              <a:latin typeface="Arial"/>
              <a:cs typeface="Arial"/>
            </a:endParaRPr>
          </a:p>
          <a:p>
            <a:pPr indent="-457200" marL="469900" marR="607060">
              <a:lnSpc>
                <a:spcPct val="100600"/>
              </a:lnSpc>
              <a:spcBef>
                <a:spcPts val="2185"/>
              </a:spcBef>
              <a:buClr>
                <a:srgbClr val="A53010"/>
              </a:buClr>
              <a:buFont typeface="Verdana"/>
              <a:buChar char="&gt;"/>
              <a:tabLst>
                <a:tab algn="l" pos="469900"/>
              </a:tabLst>
            </a:pPr>
            <a:r>
              <a:rPr b="1" dirty="0" sz="2800" lang="en-US"/>
              <a:t>Electrical short circuits</a:t>
            </a:r>
            <a:r>
              <a:rPr dirty="0" sz="2800" lang="en-US"/>
              <a:t> may occur if wiring is not properly insulated.</a:t>
            </a:r>
            <a:endParaRPr dirty="0" sz="3000">
              <a:latin typeface="Arial MT"/>
              <a:cs typeface="Arial MT"/>
            </a:endParaRPr>
          </a:p>
          <a:p>
            <a:pPr indent="-457200" marL="469900">
              <a:lnSpc>
                <a:spcPct val="100000"/>
              </a:lnSpc>
              <a:spcBef>
                <a:spcPts val="2440"/>
              </a:spcBef>
              <a:buClr>
                <a:srgbClr val="A53010"/>
              </a:buClr>
              <a:buFont typeface="Verdana"/>
              <a:buChar char="&gt;"/>
              <a:tabLst>
                <a:tab algn="l" pos="469900"/>
              </a:tabLst>
            </a:pPr>
            <a:r>
              <a:rPr b="1" dirty="0" sz="2800" lang="en-US"/>
              <a:t>Limited capacity</a:t>
            </a:r>
            <a:r>
              <a:rPr dirty="0" sz="2800" lang="en-US"/>
              <a:t> makes it unsuitable for large-scale or industrial waste.</a:t>
            </a:r>
            <a:endParaRPr dirty="0" sz="3000">
              <a:latin typeface="Arial MT"/>
              <a:cs typeface="Arial MT"/>
            </a:endParaRPr>
          </a:p>
          <a:p>
            <a:pPr indent="-457200" marL="469900" marR="627380">
              <a:lnSpc>
                <a:spcPct val="100600"/>
              </a:lnSpc>
              <a:spcBef>
                <a:spcPts val="2415"/>
              </a:spcBef>
              <a:buClr>
                <a:srgbClr val="A53010"/>
              </a:buClr>
              <a:buFont typeface="Verdana"/>
              <a:buChar char="&gt;"/>
              <a:tabLst>
                <a:tab algn="l" pos="469900"/>
              </a:tabLst>
            </a:pPr>
            <a:r>
              <a:rPr b="1" dirty="0" sz="2800" lang="en-US"/>
              <a:t>Mixed or composite waste</a:t>
            </a:r>
            <a:r>
              <a:rPr dirty="0" sz="2800" lang="en-US"/>
              <a:t> may not be correctly identified by basic sensors.</a:t>
            </a:r>
            <a:endParaRPr dirty="0" sz="2650">
              <a:latin typeface="Arial MT"/>
              <a:cs typeface="Arial MT"/>
            </a:endParaRPr>
          </a:p>
        </p:txBody>
      </p:sp>
      <p:sp>
        <p:nvSpPr>
          <p:cNvPr id="1048645" name="Date Placeholder 5"/>
          <p:cNvSpPr>
            <a:spLocks noGrp="1"/>
          </p:cNvSpPr>
          <p:nvPr>
            <p:ph type="dt" sz="half" idx="6"/>
          </p:nvPr>
        </p:nvSpPr>
        <p:spPr>
          <a:xfrm>
            <a:off x="812800" y="8503920"/>
            <a:ext cx="3738880" cy="266700"/>
          </a:xfrm>
        </p:spPr>
        <p:txBody>
          <a:bodyPr/>
          <a:p>
            <a:fld id="{83C3973B-EF75-4DAF-B75E-4D6BF68E7493}" type="datetime1">
              <a:rPr lang="en-IN" smtClean="0"/>
              <a:t>11/21/2025</a:t>
            </a:fld>
            <a:endParaRPr lang="en-US"/>
          </a:p>
        </p:txBody>
      </p:sp>
      <p:sp>
        <p:nvSpPr>
          <p:cNvPr id="1048646" name="Slide Number Placeholder 6"/>
          <p:cNvSpPr>
            <a:spLocks noGrp="1"/>
          </p:cNvSpPr>
          <p:nvPr>
            <p:ph type="sldNum" sz="quarter" idx="7"/>
          </p:nvPr>
        </p:nvSpPr>
        <p:spPr>
          <a:xfrm>
            <a:off x="11704320" y="8503920"/>
            <a:ext cx="3738880" cy="266700"/>
          </a:xfrm>
        </p:spPr>
        <p:txBody>
          <a:bodyPr/>
          <a:p>
            <a:fld id="{B6F15528-21DE-4FAA-801E-634DDDAF4B2B}" type="slidenum">
              <a:rPr lang="en-IN" smtClean="0"/>
              <a:t>12</a:t>
            </a:fld>
            <a:endParaRPr lang="en-IN"/>
          </a:p>
        </p:txBody>
      </p:sp>
      <p:pic>
        <p:nvPicPr>
          <p:cNvPr id="2097176"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47" name="object 2"/>
          <p:cNvSpPr txBox="1">
            <a:spLocks noGrp="1"/>
          </p:cNvSpPr>
          <p:nvPr>
            <p:ph type="title"/>
          </p:nvPr>
        </p:nvSpPr>
        <p:spPr>
          <a:xfrm>
            <a:off x="6051972" y="136313"/>
            <a:ext cx="6038427" cy="816610"/>
          </a:xfrm>
          <a:prstGeom prst="rect"/>
        </p:spPr>
        <p:txBody>
          <a:bodyPr bIns="0" lIns="0" rIns="0" rtlCol="0" tIns="16510" vert="horz" wrap="square">
            <a:spAutoFit/>
          </a:bodyPr>
          <a:p>
            <a:pPr marL="12700">
              <a:lnSpc>
                <a:spcPct val="100000"/>
              </a:lnSpc>
              <a:spcBef>
                <a:spcPts val="130"/>
              </a:spcBef>
            </a:pPr>
            <a:r>
              <a:rPr dirty="0" lang="en-IN" spc="10"/>
              <a:t>10. </a:t>
            </a:r>
            <a:r>
              <a:rPr dirty="0" sz="5400" spc="10"/>
              <a:t>Conclusion</a:t>
            </a:r>
          </a:p>
        </p:txBody>
      </p:sp>
      <p:sp>
        <p:nvSpPr>
          <p:cNvPr id="1048648" name="object 3"/>
          <p:cNvSpPr txBox="1">
            <a:spLocks noGrp="1"/>
          </p:cNvSpPr>
          <p:nvPr>
            <p:ph type="body" idx="1"/>
          </p:nvPr>
        </p:nvSpPr>
        <p:spPr>
          <a:xfrm>
            <a:off x="3175000" y="2888061"/>
            <a:ext cx="12856634" cy="977900"/>
          </a:xfrm>
          <a:prstGeom prst="rect"/>
        </p:spPr>
        <p:txBody>
          <a:bodyPr bIns="0" lIns="0" rIns="0" rtlCol="0" tIns="12700" vert="horz" wrap="square">
            <a:spAutoFit/>
          </a:bodyPr>
          <a:p>
            <a:pPr indent="-457200" marL="836930" marR="5080">
              <a:lnSpc>
                <a:spcPct val="100000"/>
              </a:lnSpc>
              <a:spcBef>
                <a:spcPts val="100"/>
              </a:spcBef>
              <a:buClr>
                <a:srgbClr val="A53010"/>
              </a:buClr>
              <a:buFont typeface="Verdana"/>
              <a:buChar char="&gt;"/>
              <a:tabLst>
                <a:tab algn="l" pos="837565"/>
              </a:tabLst>
            </a:pPr>
            <a:r>
              <a:rPr dirty="0" lang="en-US"/>
              <a:t>The Arduino-based Waste Segregation System provides a </a:t>
            </a:r>
            <a:r>
              <a:rPr b="1" dirty="0" lang="en-US"/>
              <a:t>practical and efficient solution</a:t>
            </a:r>
            <a:r>
              <a:rPr dirty="0" lang="en-US"/>
              <a:t> for automated waste management. </a:t>
            </a:r>
            <a:endParaRPr dirty="0" sz="3200">
              <a:latin typeface="Arial"/>
              <a:cs typeface="Arial"/>
            </a:endParaRPr>
          </a:p>
        </p:txBody>
      </p:sp>
      <p:sp>
        <p:nvSpPr>
          <p:cNvPr id="1048649" name="Date Placeholder 5"/>
          <p:cNvSpPr>
            <a:spLocks noGrp="1"/>
          </p:cNvSpPr>
          <p:nvPr>
            <p:ph type="dt" sz="half" idx="6"/>
          </p:nvPr>
        </p:nvSpPr>
        <p:spPr>
          <a:xfrm>
            <a:off x="812800" y="8503920"/>
            <a:ext cx="3738880" cy="266700"/>
          </a:xfrm>
        </p:spPr>
        <p:txBody>
          <a:bodyPr/>
          <a:p>
            <a:fld id="{1D183C39-8251-4CAE-9535-2F987D376244}" type="datetime1">
              <a:rPr lang="en-IN" smtClean="0"/>
              <a:t>11/21/2025</a:t>
            </a:fld>
            <a:endParaRPr lang="en-US"/>
          </a:p>
        </p:txBody>
      </p:sp>
      <p:sp>
        <p:nvSpPr>
          <p:cNvPr id="1048650" name="Slide Number Placeholder 6"/>
          <p:cNvSpPr>
            <a:spLocks noGrp="1"/>
          </p:cNvSpPr>
          <p:nvPr>
            <p:ph type="sldNum" sz="quarter" idx="7"/>
          </p:nvPr>
        </p:nvSpPr>
        <p:spPr>
          <a:xfrm>
            <a:off x="11704320" y="8503920"/>
            <a:ext cx="3738880" cy="266700"/>
          </a:xfrm>
        </p:spPr>
        <p:txBody>
          <a:bodyPr/>
          <a:p>
            <a:fld id="{B6F15528-21DE-4FAA-801E-634DDDAF4B2B}" type="slidenum">
              <a:rPr lang="en-IN" smtClean="0"/>
              <a:t>13</a:t>
            </a:fld>
            <a:endParaRPr lang="en-IN"/>
          </a:p>
        </p:txBody>
      </p:sp>
      <p:pic>
        <p:nvPicPr>
          <p:cNvPr id="2097177"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51" name="object 2"/>
          <p:cNvSpPr txBox="1">
            <a:spLocks noGrp="1"/>
          </p:cNvSpPr>
          <p:nvPr>
            <p:ph type="title"/>
          </p:nvPr>
        </p:nvSpPr>
        <p:spPr>
          <a:xfrm>
            <a:off x="5918200" y="117686"/>
            <a:ext cx="5577418" cy="816611"/>
          </a:xfrm>
          <a:prstGeom prst="rect"/>
        </p:spPr>
        <p:txBody>
          <a:bodyPr bIns="0" lIns="0" rIns="0" rtlCol="0" tIns="16510" vert="horz" wrap="square">
            <a:spAutoFit/>
          </a:bodyPr>
          <a:p>
            <a:pPr marL="12700">
              <a:lnSpc>
                <a:spcPct val="100000"/>
              </a:lnSpc>
              <a:spcBef>
                <a:spcPts val="130"/>
              </a:spcBef>
            </a:pPr>
            <a:r>
              <a:rPr dirty="0" sz="5400" spc="10"/>
              <a:t>Futur</a:t>
            </a:r>
            <a:r>
              <a:rPr dirty="0" sz="5400" spc="15"/>
              <a:t>e</a:t>
            </a:r>
            <a:r>
              <a:rPr dirty="0" sz="5400" spc="-409"/>
              <a:t> </a:t>
            </a:r>
            <a:r>
              <a:rPr dirty="0" sz="5400" spc="15"/>
              <a:t>S</a:t>
            </a:r>
            <a:r>
              <a:rPr dirty="0" sz="5400" spc="5"/>
              <a:t>c</a:t>
            </a:r>
            <a:r>
              <a:rPr dirty="0" sz="5400" spc="15"/>
              <a:t>ope</a:t>
            </a:r>
          </a:p>
        </p:txBody>
      </p:sp>
      <p:sp>
        <p:nvSpPr>
          <p:cNvPr id="1048652" name="object 4"/>
          <p:cNvSpPr txBox="1"/>
          <p:nvPr/>
        </p:nvSpPr>
        <p:spPr>
          <a:xfrm>
            <a:off x="2020571" y="1902460"/>
            <a:ext cx="6119495" cy="1698524"/>
          </a:xfrm>
          <a:prstGeom prst="rect"/>
        </p:spPr>
        <p:txBody>
          <a:bodyPr bIns="0" lIns="0" rIns="0" rtlCol="0" tIns="12065" vert="horz" wrap="square">
            <a:spAutoFit/>
          </a:bodyPr>
          <a:p>
            <a:pPr indent="-457200" marL="469900" marR="5080">
              <a:lnSpc>
                <a:spcPct val="100600"/>
              </a:lnSpc>
              <a:spcBef>
                <a:spcPts val="95"/>
              </a:spcBef>
              <a:buClr>
                <a:srgbClr val="A53010"/>
              </a:buClr>
              <a:buFont typeface="Verdana"/>
              <a:buChar char="&gt;"/>
              <a:tabLst>
                <a:tab algn="l" pos="469900"/>
              </a:tabLst>
            </a:pPr>
            <a:r>
              <a:rPr b="1" dirty="0" sz="2800" lang="en-US"/>
              <a:t>Integration with IoT:</a:t>
            </a:r>
            <a:r>
              <a:rPr dirty="0" sz="2800" lang="en-US"/>
              <a:t> Real-time monitoring of bin status and automated notifications to waste management authorities.</a:t>
            </a:r>
            <a:endParaRPr dirty="0" sz="2650" lang="en-US">
              <a:latin typeface="Arial MT"/>
              <a:cs typeface="Arial MT"/>
            </a:endParaRPr>
          </a:p>
        </p:txBody>
      </p:sp>
      <p:sp>
        <p:nvSpPr>
          <p:cNvPr id="1048653" name="object 5"/>
          <p:cNvSpPr txBox="1"/>
          <p:nvPr/>
        </p:nvSpPr>
        <p:spPr>
          <a:xfrm>
            <a:off x="2020571" y="4273127"/>
            <a:ext cx="6249670" cy="3409113"/>
          </a:xfrm>
          <a:prstGeom prst="rect"/>
        </p:spPr>
        <p:txBody>
          <a:bodyPr bIns="0" lIns="0" rIns="0" rtlCol="0" tIns="12065" vert="horz" wrap="square">
            <a:spAutoFit/>
          </a:bodyPr>
          <a:p>
            <a:pPr indent="-457200" marL="469900" marR="5080">
              <a:lnSpc>
                <a:spcPct val="100600"/>
              </a:lnSpc>
              <a:spcBef>
                <a:spcPts val="95"/>
              </a:spcBef>
              <a:buClr>
                <a:srgbClr val="A53010"/>
              </a:buClr>
              <a:buFont typeface="Verdana"/>
              <a:buChar char="&gt;"/>
              <a:tabLst>
                <a:tab algn="l" pos="469900"/>
              </a:tabLst>
            </a:pPr>
            <a:r>
              <a:rPr b="1" dirty="0" sz="2800" lang="en-US"/>
              <a:t>Advanced Waste Detection:</a:t>
            </a:r>
            <a:r>
              <a:rPr dirty="0" sz="2800" lang="en-US"/>
              <a:t> Use of image processing and machine learning to identify complex or composite waste materials.</a:t>
            </a:r>
          </a:p>
          <a:p>
            <a:pPr indent="-457200" marL="469900" marR="5080">
              <a:lnSpc>
                <a:spcPct val="100600"/>
              </a:lnSpc>
              <a:spcBef>
                <a:spcPts val="95"/>
              </a:spcBef>
              <a:buClr>
                <a:srgbClr val="A53010"/>
              </a:buClr>
              <a:buFont typeface="Verdana"/>
              <a:buChar char="&gt;"/>
              <a:tabLst>
                <a:tab algn="l" pos="469900"/>
              </a:tabLst>
            </a:pPr>
            <a:endParaRPr dirty="0" sz="2800" lang="en-US">
              <a:solidFill>
                <a:srgbClr val="404040"/>
              </a:solidFill>
              <a:latin typeface="Arial MT"/>
              <a:cs typeface="Arial MT"/>
            </a:endParaRPr>
          </a:p>
          <a:p>
            <a:pPr indent="-457200" marL="469900" marR="5080">
              <a:lnSpc>
                <a:spcPct val="100600"/>
              </a:lnSpc>
              <a:spcBef>
                <a:spcPts val="95"/>
              </a:spcBef>
              <a:buClr>
                <a:srgbClr val="A53010"/>
              </a:buClr>
              <a:buFont typeface="Verdana"/>
              <a:buChar char="&gt;"/>
              <a:tabLst>
                <a:tab algn="l" pos="469900"/>
              </a:tabLst>
            </a:pPr>
            <a:r>
              <a:rPr b="1" dirty="0" sz="2800" lang="en-US"/>
              <a:t>Solar-Powered Operation:</a:t>
            </a:r>
            <a:r>
              <a:rPr dirty="0" sz="2800" lang="en-US"/>
              <a:t> Making the system energy-efficient and suitable for off-grid locations.</a:t>
            </a:r>
            <a:endParaRPr dirty="0" sz="2650">
              <a:latin typeface="Arial MT"/>
              <a:cs typeface="Arial MT"/>
            </a:endParaRPr>
          </a:p>
        </p:txBody>
      </p:sp>
      <p:sp>
        <p:nvSpPr>
          <p:cNvPr id="1048654" name="Date Placeholder 6"/>
          <p:cNvSpPr>
            <a:spLocks noGrp="1"/>
          </p:cNvSpPr>
          <p:nvPr>
            <p:ph type="dt" sz="half" idx="6"/>
          </p:nvPr>
        </p:nvSpPr>
        <p:spPr>
          <a:xfrm>
            <a:off x="812800" y="8503920"/>
            <a:ext cx="3738880" cy="266700"/>
          </a:xfrm>
        </p:spPr>
        <p:txBody>
          <a:bodyPr/>
          <a:p>
            <a:fld id="{EE27B2EF-5359-4392-AC69-0D4C0D196711}" type="datetime1">
              <a:rPr lang="en-IN" smtClean="0"/>
              <a:t>11/21/2025</a:t>
            </a:fld>
            <a:endParaRPr lang="en-US"/>
          </a:p>
        </p:txBody>
      </p:sp>
      <p:sp>
        <p:nvSpPr>
          <p:cNvPr id="1048655" name="Slide Number Placeholder 7"/>
          <p:cNvSpPr>
            <a:spLocks noGrp="1"/>
          </p:cNvSpPr>
          <p:nvPr>
            <p:ph type="sldNum" sz="quarter" idx="7"/>
          </p:nvPr>
        </p:nvSpPr>
        <p:spPr>
          <a:xfrm>
            <a:off x="11704320" y="8503920"/>
            <a:ext cx="3738880" cy="266700"/>
          </a:xfrm>
        </p:spPr>
        <p:txBody>
          <a:bodyPr/>
          <a:p>
            <a:fld id="{B6F15528-21DE-4FAA-801E-634DDDAF4B2B}" type="slidenum">
              <a:rPr lang="en-IN" smtClean="0"/>
              <a:t>14</a:t>
            </a:fld>
            <a:endParaRPr lang="en-IN"/>
          </a:p>
        </p:txBody>
      </p:sp>
      <p:pic>
        <p:nvPicPr>
          <p:cNvPr id="2097178"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pic>
        <p:nvPicPr>
          <p:cNvPr id="2097179" name="Picture 11"/>
          <p:cNvPicPr>
            <a:picLocks noChangeAspect="1"/>
          </p:cNvPicPr>
          <p:nvPr/>
        </p:nvPicPr>
        <p:blipFill>
          <a:blip xmlns:r="http://schemas.openxmlformats.org/officeDocument/2006/relationships" r:embed="rId2"/>
          <a:stretch>
            <a:fillRect/>
          </a:stretch>
        </p:blipFill>
        <p:spPr>
          <a:xfrm>
            <a:off x="8270241" y="2887594"/>
            <a:ext cx="7914128" cy="3706450"/>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56" name="object 2"/>
          <p:cNvSpPr txBox="1">
            <a:spLocks noGrp="1"/>
          </p:cNvSpPr>
          <p:nvPr>
            <p:ph type="title"/>
          </p:nvPr>
        </p:nvSpPr>
        <p:spPr>
          <a:xfrm>
            <a:off x="1270000" y="105494"/>
            <a:ext cx="13240810" cy="1119504"/>
          </a:xfrm>
          <a:prstGeom prst="rect"/>
        </p:spPr>
        <p:txBody>
          <a:bodyPr bIns="0" lIns="0" rIns="0" rtlCol="0" tIns="14604" vert="horz" wrap="square">
            <a:spAutoFit/>
          </a:bodyPr>
          <a:p>
            <a:pPr algn="ctr" marL="12700">
              <a:lnSpc>
                <a:spcPct val="100000"/>
              </a:lnSpc>
              <a:spcBef>
                <a:spcPts val="114"/>
              </a:spcBef>
            </a:pPr>
            <a:r>
              <a:rPr dirty="0" sz="5400" lang="en-IN"/>
              <a:t>11. </a:t>
            </a:r>
            <a:r>
              <a:rPr dirty="0" sz="5400"/>
              <a:t>References</a:t>
            </a:r>
            <a:r>
              <a:rPr dirty="0" sz="5400" lang="en-IN"/>
              <a:t> </a:t>
            </a:r>
            <a:br>
              <a:rPr dirty="0" sz="3850" lang="en-IN"/>
            </a:br>
            <a:r>
              <a:rPr dirty="0" sz="2000" lang="en-IN"/>
              <a:t>Follow the APA (American Psychological Association) Formatting for Reference (Source: Google Scholar)</a:t>
            </a:r>
            <a:endParaRPr dirty="0" sz="1800"/>
          </a:p>
        </p:txBody>
      </p:sp>
      <p:sp>
        <p:nvSpPr>
          <p:cNvPr id="1048657" name="object 3"/>
          <p:cNvSpPr txBox="1"/>
          <p:nvPr/>
        </p:nvSpPr>
        <p:spPr>
          <a:xfrm>
            <a:off x="2176779" y="2073487"/>
            <a:ext cx="12752070" cy="4889500"/>
          </a:xfrm>
          <a:prstGeom prst="rect"/>
        </p:spPr>
        <p:txBody>
          <a:bodyPr bIns="0" lIns="0" rIns="0" rtlCol="0" tIns="12700" vert="horz" wrap="square">
            <a:spAutoFit/>
          </a:bodyPr>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Banerjee, S., Ghosh, S., Bera, A., Das, R., &amp; Pal, S. (2025). Design and</a:t>
            </a:r>
          </a:p>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Implementation of Smart Dustbin for Automated Wet and Dry Waste</a:t>
            </a:r>
          </a:p>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Segregation. International Journal of Innovative Science and Research</a:t>
            </a:r>
          </a:p>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Technology.</a:t>
            </a:r>
          </a:p>
          <a:p>
            <a:pPr indent="-381000" marL="393700" marR="5080">
              <a:lnSpc>
                <a:spcPct val="150000"/>
              </a:lnSpc>
              <a:spcBef>
                <a:spcPts val="100"/>
              </a:spcBef>
              <a:buFont typeface="Wingdings"/>
              <a:buChar char=""/>
              <a:tabLst>
                <a:tab algn="l" pos="393065"/>
                <a:tab algn="l" pos="393700"/>
              </a:tabLst>
            </a:pPr>
            <a:endParaRPr dirty="0" sz="2200" lang="en-IN" spc="-10">
              <a:latin typeface="Arial MT"/>
              <a:cs typeface="Arial MT"/>
            </a:endParaRPr>
          </a:p>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Dr. Sudha L K, Mohammed Tahir, Ruchitha E, Varshini R, Syed Saif Ali.</a:t>
            </a:r>
          </a:p>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(2023). Smart Dustbin Monitoring System using Arduino UNO. IJERT,</a:t>
            </a:r>
          </a:p>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Volume 12, Issue 02 (February 2023).</a:t>
            </a:r>
          </a:p>
          <a:p>
            <a:pPr indent="-381000" marL="393700" marR="5080">
              <a:lnSpc>
                <a:spcPct val="150000"/>
              </a:lnSpc>
              <a:spcBef>
                <a:spcPts val="100"/>
              </a:spcBef>
              <a:buFont typeface="Wingdings"/>
              <a:buChar char=""/>
              <a:tabLst>
                <a:tab algn="l" pos="393065"/>
                <a:tab algn="l" pos="393700"/>
              </a:tabLst>
            </a:pPr>
            <a:endParaRPr dirty="0" sz="2200" lang="en-IN" spc="-10">
              <a:latin typeface="Arial MT"/>
              <a:cs typeface="Arial MT"/>
            </a:endParaRPr>
          </a:p>
          <a:p>
            <a:pPr indent="-381000" marL="393700" marR="5080">
              <a:lnSpc>
                <a:spcPct val="150000"/>
              </a:lnSpc>
              <a:spcBef>
                <a:spcPts val="100"/>
              </a:spcBef>
              <a:buFont typeface="Wingdings"/>
              <a:buChar char=""/>
              <a:tabLst>
                <a:tab algn="l" pos="393065"/>
                <a:tab algn="l" pos="393700"/>
              </a:tabLst>
            </a:pPr>
            <a:r>
              <a:rPr dirty="0" sz="2200" lang="en-IN" spc="-10">
                <a:latin typeface="Arial MT"/>
                <a:cs typeface="Arial MT"/>
              </a:rPr>
              <a:t>https://youtu.be/4XedfXtPxLQ?si=4ZNG5_9tUCA-JKbO</a:t>
            </a:r>
            <a:endParaRPr dirty="0" sz="2200">
              <a:solidFill>
                <a:srgbClr val="222222"/>
              </a:solidFill>
              <a:latin typeface="Arial" panose="020B0604020202020204" pitchFamily="34" charset="0"/>
            </a:endParaRPr>
          </a:p>
        </p:txBody>
      </p:sp>
      <p:sp>
        <p:nvSpPr>
          <p:cNvPr id="1048658" name="Date Placeholder 3"/>
          <p:cNvSpPr>
            <a:spLocks noGrp="1"/>
          </p:cNvSpPr>
          <p:nvPr>
            <p:ph type="dt" sz="half" idx="6"/>
          </p:nvPr>
        </p:nvSpPr>
        <p:spPr>
          <a:xfrm>
            <a:off x="812800" y="8503920"/>
            <a:ext cx="3738880" cy="266700"/>
          </a:xfrm>
        </p:spPr>
        <p:txBody>
          <a:bodyPr/>
          <a:p>
            <a:fld id="{E5FF97D9-3B28-4622-B76C-DEFC8E1F1DC2}" type="datetime1">
              <a:rPr lang="en-IN" smtClean="0"/>
              <a:t>11/21/2025</a:t>
            </a:fld>
            <a:endParaRPr lang="en-US"/>
          </a:p>
        </p:txBody>
      </p:sp>
      <p:sp>
        <p:nvSpPr>
          <p:cNvPr id="1048659" name="Slide Number Placeholder 4"/>
          <p:cNvSpPr>
            <a:spLocks noGrp="1"/>
          </p:cNvSpPr>
          <p:nvPr>
            <p:ph type="sldNum" sz="quarter" idx="7"/>
          </p:nvPr>
        </p:nvSpPr>
        <p:spPr>
          <a:xfrm>
            <a:off x="11704320" y="8503920"/>
            <a:ext cx="3738880" cy="266700"/>
          </a:xfrm>
        </p:spPr>
        <p:txBody>
          <a:bodyPr/>
          <a:p>
            <a:fld id="{B6F15528-21DE-4FAA-801E-634DDDAF4B2B}" type="slidenum">
              <a:rPr lang="en-IN" smtClean="0"/>
              <a:t>15</a:t>
            </a:fld>
            <a:endParaRPr lang="en-IN"/>
          </a:p>
        </p:txBody>
      </p:sp>
      <p:pic>
        <p:nvPicPr>
          <p:cNvPr id="2097180" name="object 10"/>
          <p:cNvPicPr>
            <a:picLocks/>
          </p:cNvPicPr>
          <p:nvPr/>
        </p:nvPicPr>
        <p:blipFill>
          <a:blip xmlns:r="http://schemas.openxmlformats.org/officeDocument/2006/relationships" r:embed="rId1" cstate="print"/>
          <a:stretch>
            <a:fillRect/>
          </a:stretch>
        </p:blipFill>
        <p:spPr>
          <a:xfrm>
            <a:off x="14376400" y="117686"/>
            <a:ext cx="1752600" cy="1551820"/>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60" name="object 2"/>
          <p:cNvSpPr txBox="1">
            <a:spLocks noGrp="1"/>
          </p:cNvSpPr>
          <p:nvPr>
            <p:ph type="title"/>
          </p:nvPr>
        </p:nvSpPr>
        <p:spPr>
          <a:xfrm>
            <a:off x="6430433" y="1216659"/>
            <a:ext cx="5457190" cy="1092200"/>
          </a:xfrm>
          <a:prstGeom prst="rect"/>
        </p:spPr>
        <p:txBody>
          <a:bodyPr bIns="0" lIns="0" rIns="0" rtlCol="0" tIns="12700" vert="horz" wrap="square">
            <a:spAutoFit/>
          </a:bodyPr>
          <a:p>
            <a:pPr marL="12700">
              <a:lnSpc>
                <a:spcPct val="100000"/>
              </a:lnSpc>
              <a:spcBef>
                <a:spcPts val="100"/>
              </a:spcBef>
            </a:pPr>
            <a:r>
              <a:rPr dirty="0" sz="7200" spc="-10"/>
              <a:t>THANK</a:t>
            </a:r>
            <a:r>
              <a:rPr dirty="0" sz="7200" spc="-90"/>
              <a:t> </a:t>
            </a:r>
            <a:r>
              <a:rPr dirty="0" sz="7200" spc="-5"/>
              <a:t>YOU</a:t>
            </a:r>
            <a:endParaRPr sz="7200"/>
          </a:p>
        </p:txBody>
      </p:sp>
      <p:pic>
        <p:nvPicPr>
          <p:cNvPr id="2097181" name="object 3"/>
          <p:cNvPicPr>
            <a:picLocks/>
          </p:cNvPicPr>
          <p:nvPr/>
        </p:nvPicPr>
        <p:blipFill>
          <a:blip xmlns:r="http://schemas.openxmlformats.org/officeDocument/2006/relationships" r:embed="rId1" cstate="print"/>
          <a:stretch>
            <a:fillRect/>
          </a:stretch>
        </p:blipFill>
        <p:spPr>
          <a:xfrm>
            <a:off x="4466166" y="2959100"/>
            <a:ext cx="9387417" cy="5270500"/>
          </a:xfrm>
          <a:prstGeom prst="rect"/>
        </p:spPr>
      </p:pic>
      <p:sp>
        <p:nvSpPr>
          <p:cNvPr id="1048661" name="Date Placeholder 3"/>
          <p:cNvSpPr>
            <a:spLocks noGrp="1"/>
          </p:cNvSpPr>
          <p:nvPr>
            <p:ph type="dt" sz="half" idx="6"/>
          </p:nvPr>
        </p:nvSpPr>
        <p:spPr>
          <a:xfrm>
            <a:off x="812800" y="8503920"/>
            <a:ext cx="3738880" cy="266700"/>
          </a:xfrm>
        </p:spPr>
        <p:txBody>
          <a:bodyPr/>
          <a:p>
            <a:fld id="{1BD7F8C3-9794-4CAF-BD87-C0FB00EF41DE}" type="datetime1">
              <a:rPr lang="en-IN" smtClean="0"/>
              <a:t>11/21/2025</a:t>
            </a:fld>
            <a:endParaRPr lang="en-US"/>
          </a:p>
        </p:txBody>
      </p:sp>
      <p:sp>
        <p:nvSpPr>
          <p:cNvPr id="1048662" name="Slide Number Placeholder 4"/>
          <p:cNvSpPr>
            <a:spLocks noGrp="1"/>
          </p:cNvSpPr>
          <p:nvPr>
            <p:ph type="sldNum" sz="quarter" idx="7"/>
          </p:nvPr>
        </p:nvSpPr>
        <p:spPr>
          <a:xfrm>
            <a:off x="11704320" y="8503920"/>
            <a:ext cx="3738880" cy="266700"/>
          </a:xfrm>
        </p:spPr>
        <p:txBody>
          <a:bodyPr/>
          <a:p>
            <a:fld id="{B6F15528-21DE-4FAA-801E-634DDDAF4B2B}" type="slidenum">
              <a:rPr lang="en-IN" smtClean="0"/>
              <a:t>16</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COLLEGE OF ENGINEERING</dc:title>
  <dc:creator>SWAPNIL LAHANE</dc:creator>
  <cp:lastModifiedBy>Vedant Panchpor</cp:lastModifiedBy>
  <dcterms:created xsi:type="dcterms:W3CDTF">2022-04-05T17:58:12Z</dcterms:created>
  <dcterms:modified xsi:type="dcterms:W3CDTF">2025-11-21T03:56:19Z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2020-04-05T00:00:00Z</vt:filetime>
  </property>
  <property fmtid="{D5CDD505-2E9C-101B-9397-08002B2CF9AE}" pid="3" name="LastSaved">
    <vt:filetime>2022-04-06T00:00:00Z</vt:filetime>
  </property>
  <property fmtid="{D5CDD505-2E9C-101B-9397-08002B2CF9AE}" pid="4" name="ICV">
    <vt:lpwstr>e4c1f3a1f3e24c979dd1b6594b971bc9</vt:lpwstr>
  </property>
</Properties>
</file>